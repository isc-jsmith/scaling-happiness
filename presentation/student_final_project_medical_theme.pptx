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64" r:id="rId4"/>
    <p:sldId id="263" r:id="rId5"/>
    <p:sldId id="260" r:id="rId6"/>
    <p:sldId id="261" r:id="rId7"/>
    <p:sldId id="262" r:id="rId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878" autoAdjust="0"/>
  </p:normalViewPr>
  <p:slideViewPr>
    <p:cSldViewPr snapToGrid="0" snapToObjects="1">
      <p:cViewPr>
        <p:scale>
          <a:sx n="70" d="100"/>
          <a:sy n="70" d="100"/>
        </p:scale>
        <p:origin x="3110" y="73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svg"/><Relationship Id="rId1" Type="http://schemas.openxmlformats.org/officeDocument/2006/relationships/image" Target="../media/image2.png"/><Relationship Id="rId5" Type="http://schemas.openxmlformats.org/officeDocument/2006/relationships/hyperlink" Target="https://www.cato.org/policy-analysis/right-financial-privacy" TargetMode="External"/><Relationship Id="rId4" Type="http://schemas.openxmlformats.org/officeDocument/2006/relationships/image" Target="../media/image5.jpg"/></Relationships>
</file>

<file path=ppt/diagrams/_rels/data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svg"/><Relationship Id="rId1" Type="http://schemas.openxmlformats.org/officeDocument/2006/relationships/image" Target="../media/image2.png"/><Relationship Id="rId5" Type="http://schemas.openxmlformats.org/officeDocument/2006/relationships/hyperlink" Target="https://www.cato.org/policy-analysis/right-financial-privacy" TargetMode="External"/><Relationship Id="rId4" Type="http://schemas.openxmlformats.org/officeDocument/2006/relationships/image" Target="../media/image5.jpg"/></Relationships>
</file>

<file path=ppt/diagrams/_rels/drawing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colors1.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A582B6C-A846-4ADA-8795-5E5B8C2E9E04}" type="doc">
      <dgm:prSet loTypeId="urn:microsoft.com/office/officeart/2018/2/layout/IconLabelList" loCatId="icon" qsTypeId="urn:microsoft.com/office/officeart/2005/8/quickstyle/simple1" qsCatId="simple" csTypeId="urn:microsoft.com/office/officeart/2018/5/colors/Iconchunking_neutralbg_colorful5" csCatId="colorful" phldr="1"/>
      <dgm:spPr/>
      <dgm:t>
        <a:bodyPr/>
        <a:lstStyle/>
        <a:p>
          <a:endParaRPr lang="en-US"/>
        </a:p>
      </dgm:t>
    </dgm:pt>
    <dgm:pt modelId="{73562F0B-5EBF-4A5A-8502-D4A82A6C72F7}">
      <dgm:prSet/>
      <dgm:spPr/>
      <dgm:t>
        <a:bodyPr/>
        <a:lstStyle/>
        <a:p>
          <a:pPr>
            <a:lnSpc>
              <a:spcPct val="100000"/>
            </a:lnSpc>
          </a:pPr>
          <a:r>
            <a:rPr lang="en-AU" dirty="0"/>
            <a:t>Testing</a:t>
          </a:r>
        </a:p>
      </dgm:t>
    </dgm:pt>
    <dgm:pt modelId="{B10B5A38-B95C-44D2-AACE-B987EFC32691}" type="parTrans" cxnId="{1FF08C83-9F10-40B8-8AD2-6F6EABAC2843}">
      <dgm:prSet/>
      <dgm:spPr/>
      <dgm:t>
        <a:bodyPr/>
        <a:lstStyle/>
        <a:p>
          <a:endParaRPr lang="en-AU"/>
        </a:p>
      </dgm:t>
    </dgm:pt>
    <dgm:pt modelId="{129271AA-714D-4008-997D-6F20E4944263}" type="sibTrans" cxnId="{1FF08C83-9F10-40B8-8AD2-6F6EABAC2843}">
      <dgm:prSet/>
      <dgm:spPr/>
      <dgm:t>
        <a:bodyPr/>
        <a:lstStyle/>
        <a:p>
          <a:endParaRPr lang="en-AU"/>
        </a:p>
      </dgm:t>
    </dgm:pt>
    <dgm:pt modelId="{B192A17F-F0C5-48AB-B7B2-4AB3ACD7E2B8}">
      <dgm:prSet/>
      <dgm:spPr/>
      <dgm:t>
        <a:bodyPr/>
        <a:lstStyle/>
        <a:p>
          <a:pPr>
            <a:lnSpc>
              <a:spcPct val="100000"/>
            </a:lnSpc>
          </a:pPr>
          <a:r>
            <a:rPr lang="en-AU" dirty="0"/>
            <a:t>Demonstration</a:t>
          </a:r>
        </a:p>
      </dgm:t>
    </dgm:pt>
    <dgm:pt modelId="{F0BE8FB4-0D82-4714-95BA-D66971843E93}" type="parTrans" cxnId="{079B9644-AC02-4979-85B7-50400F1B1755}">
      <dgm:prSet/>
      <dgm:spPr/>
      <dgm:t>
        <a:bodyPr/>
        <a:lstStyle/>
        <a:p>
          <a:endParaRPr lang="en-AU"/>
        </a:p>
      </dgm:t>
    </dgm:pt>
    <dgm:pt modelId="{D2EC1B9D-4387-4DC9-AE04-D1EF3A9BF241}" type="sibTrans" cxnId="{079B9644-AC02-4979-85B7-50400F1B1755}">
      <dgm:prSet/>
      <dgm:spPr/>
      <dgm:t>
        <a:bodyPr/>
        <a:lstStyle/>
        <a:p>
          <a:endParaRPr lang="en-AU"/>
        </a:p>
      </dgm:t>
    </dgm:pt>
    <dgm:pt modelId="{79D08B86-D124-40E3-AF8B-E95C34053335}">
      <dgm:prSet/>
      <dgm:spPr/>
      <dgm:t>
        <a:bodyPr/>
        <a:lstStyle/>
        <a:p>
          <a:pPr>
            <a:lnSpc>
              <a:spcPct val="100000"/>
            </a:lnSpc>
          </a:pPr>
          <a:r>
            <a:rPr lang="en-AU" dirty="0"/>
            <a:t>Privacy</a:t>
          </a:r>
        </a:p>
      </dgm:t>
    </dgm:pt>
    <dgm:pt modelId="{6A7ED97F-4832-44B7-8C7F-EFDB339961BB}" type="parTrans" cxnId="{3984094B-4ED6-413F-AAC1-99708FC153E9}">
      <dgm:prSet/>
      <dgm:spPr/>
      <dgm:t>
        <a:bodyPr/>
        <a:lstStyle/>
        <a:p>
          <a:endParaRPr lang="en-AU"/>
        </a:p>
      </dgm:t>
    </dgm:pt>
    <dgm:pt modelId="{E0ADEC22-8524-4036-B7AF-E0D02BB7F71E}" type="sibTrans" cxnId="{3984094B-4ED6-413F-AAC1-99708FC153E9}">
      <dgm:prSet/>
      <dgm:spPr/>
      <dgm:t>
        <a:bodyPr/>
        <a:lstStyle/>
        <a:p>
          <a:endParaRPr lang="en-AU"/>
        </a:p>
      </dgm:t>
    </dgm:pt>
    <dgm:pt modelId="{71E53B7D-A12F-46D5-926B-6C815E36B6C1}" type="pres">
      <dgm:prSet presAssocID="{CA582B6C-A846-4ADA-8795-5E5B8C2E9E04}" presName="root" presStyleCnt="0">
        <dgm:presLayoutVars>
          <dgm:dir/>
          <dgm:resizeHandles val="exact"/>
        </dgm:presLayoutVars>
      </dgm:prSet>
      <dgm:spPr/>
    </dgm:pt>
    <dgm:pt modelId="{91A136C9-E1B6-4578-815B-B46385C34EFC}" type="pres">
      <dgm:prSet presAssocID="{73562F0B-5EBF-4A5A-8502-D4A82A6C72F7}" presName="compNode" presStyleCnt="0"/>
      <dgm:spPr/>
    </dgm:pt>
    <dgm:pt modelId="{743177FC-DB45-4EE5-BB45-2B14E0C6500E}" type="pres">
      <dgm:prSet presAssocID="{73562F0B-5EBF-4A5A-8502-D4A82A6C72F7}"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Clipboard Mixed with solid fill"/>
        </a:ext>
      </dgm:extLst>
    </dgm:pt>
    <dgm:pt modelId="{A974EB07-7E49-48DB-B466-EE2DBE02C903}" type="pres">
      <dgm:prSet presAssocID="{73562F0B-5EBF-4A5A-8502-D4A82A6C72F7}" presName="spaceRect" presStyleCnt="0"/>
      <dgm:spPr/>
    </dgm:pt>
    <dgm:pt modelId="{F9223D96-A1CD-4647-835F-DAA61000F6CC}" type="pres">
      <dgm:prSet presAssocID="{73562F0B-5EBF-4A5A-8502-D4A82A6C72F7}" presName="textRect" presStyleLbl="revTx" presStyleIdx="0" presStyleCnt="3">
        <dgm:presLayoutVars>
          <dgm:chMax val="1"/>
          <dgm:chPref val="1"/>
        </dgm:presLayoutVars>
      </dgm:prSet>
      <dgm:spPr/>
    </dgm:pt>
    <dgm:pt modelId="{EAA9D1F4-36C7-43AB-9DEC-0FFE70BFB382}" type="pres">
      <dgm:prSet presAssocID="{129271AA-714D-4008-997D-6F20E4944263}" presName="sibTrans" presStyleCnt="0"/>
      <dgm:spPr/>
    </dgm:pt>
    <dgm:pt modelId="{4F87C209-7452-4BA5-8AEF-846061D91C7F}" type="pres">
      <dgm:prSet presAssocID="{B192A17F-F0C5-48AB-B7B2-4AB3ACD7E2B8}" presName="compNode" presStyleCnt="0"/>
      <dgm:spPr/>
    </dgm:pt>
    <dgm:pt modelId="{9DBA9D5A-501E-4709-94DA-73A542D7A5BD}" type="pres">
      <dgm:prSet presAssocID="{B192A17F-F0C5-48AB-B7B2-4AB3ACD7E2B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Lst>
          </a:blip>
          <a:srcRect/>
          <a:stretch>
            <a:fillRect l="-15000" r="-15000"/>
          </a:stretch>
        </a:blipFill>
      </dgm:spPr>
    </dgm:pt>
    <dgm:pt modelId="{87373030-001B-4B60-B54A-54DE77299173}" type="pres">
      <dgm:prSet presAssocID="{B192A17F-F0C5-48AB-B7B2-4AB3ACD7E2B8}" presName="spaceRect" presStyleCnt="0"/>
      <dgm:spPr/>
    </dgm:pt>
    <dgm:pt modelId="{661EE868-2EB6-49EF-8CE0-E4C66CD38982}" type="pres">
      <dgm:prSet presAssocID="{B192A17F-F0C5-48AB-B7B2-4AB3ACD7E2B8}" presName="textRect" presStyleLbl="revTx" presStyleIdx="1" presStyleCnt="3">
        <dgm:presLayoutVars>
          <dgm:chMax val="1"/>
          <dgm:chPref val="1"/>
        </dgm:presLayoutVars>
      </dgm:prSet>
      <dgm:spPr/>
    </dgm:pt>
    <dgm:pt modelId="{A1049304-22BD-4CE4-A6E9-E07F9315F324}" type="pres">
      <dgm:prSet presAssocID="{D2EC1B9D-4387-4DC9-AE04-D1EF3A9BF241}" presName="sibTrans" presStyleCnt="0"/>
      <dgm:spPr/>
    </dgm:pt>
    <dgm:pt modelId="{2ED1E292-F3D9-444A-9599-6A707181EC13}" type="pres">
      <dgm:prSet presAssocID="{79D08B86-D124-40E3-AF8B-E95C34053335}" presName="compNode" presStyleCnt="0"/>
      <dgm:spPr/>
    </dgm:pt>
    <dgm:pt modelId="{C473F28A-D303-40DA-A39D-6F57914633D6}" type="pres">
      <dgm:prSet presAssocID="{79D08B86-D124-40E3-AF8B-E95C34053335}" presName="iconRect" presStyleLbl="node1" presStyleIdx="2" presStyleCnt="3"/>
      <dgm:spPr>
        <a:blipFill>
          <a:blip xmlns:r="http://schemas.openxmlformats.org/officeDocument/2006/relationships" r:embed="rId4">
            <a:extLst>
              <a:ext uri="{837473B0-CC2E-450A-ABE3-18F120FF3D39}">
                <a1611:picAttrSrcUrl xmlns:a1611="http://schemas.microsoft.com/office/drawing/2016/11/main" r:id="rId5"/>
              </a:ext>
            </a:extLst>
          </a:blip>
          <a:srcRect/>
          <a:stretch>
            <a:fillRect l="-39000" r="-39000"/>
          </a:stretch>
        </a:blipFill>
      </dgm:spPr>
    </dgm:pt>
    <dgm:pt modelId="{B660B3A6-BD4C-4C3C-846B-F10B8C12970B}" type="pres">
      <dgm:prSet presAssocID="{79D08B86-D124-40E3-AF8B-E95C34053335}" presName="spaceRect" presStyleCnt="0"/>
      <dgm:spPr/>
    </dgm:pt>
    <dgm:pt modelId="{045E4040-1887-4B5D-A250-83E47D2F5F19}" type="pres">
      <dgm:prSet presAssocID="{79D08B86-D124-40E3-AF8B-E95C34053335}" presName="textRect" presStyleLbl="revTx" presStyleIdx="2" presStyleCnt="3">
        <dgm:presLayoutVars>
          <dgm:chMax val="1"/>
          <dgm:chPref val="1"/>
        </dgm:presLayoutVars>
      </dgm:prSet>
      <dgm:spPr/>
    </dgm:pt>
  </dgm:ptLst>
  <dgm:cxnLst>
    <dgm:cxn modelId="{6A294B06-7589-4778-ABD4-D34B529EC842}" type="presOf" srcId="{79D08B86-D124-40E3-AF8B-E95C34053335}" destId="{045E4040-1887-4B5D-A250-83E47D2F5F19}" srcOrd="0" destOrd="0" presId="urn:microsoft.com/office/officeart/2018/2/layout/IconLabelList"/>
    <dgm:cxn modelId="{079B9644-AC02-4979-85B7-50400F1B1755}" srcId="{CA582B6C-A846-4ADA-8795-5E5B8C2E9E04}" destId="{B192A17F-F0C5-48AB-B7B2-4AB3ACD7E2B8}" srcOrd="1" destOrd="0" parTransId="{F0BE8FB4-0D82-4714-95BA-D66971843E93}" sibTransId="{D2EC1B9D-4387-4DC9-AE04-D1EF3A9BF241}"/>
    <dgm:cxn modelId="{3984094B-4ED6-413F-AAC1-99708FC153E9}" srcId="{CA582B6C-A846-4ADA-8795-5E5B8C2E9E04}" destId="{79D08B86-D124-40E3-AF8B-E95C34053335}" srcOrd="2" destOrd="0" parTransId="{6A7ED97F-4832-44B7-8C7F-EFDB339961BB}" sibTransId="{E0ADEC22-8524-4036-B7AF-E0D02BB7F71E}"/>
    <dgm:cxn modelId="{A2AC4378-6521-4C15-A55E-38A1D2143347}" type="presOf" srcId="{73562F0B-5EBF-4A5A-8502-D4A82A6C72F7}" destId="{F9223D96-A1CD-4647-835F-DAA61000F6CC}" srcOrd="0" destOrd="0" presId="urn:microsoft.com/office/officeart/2018/2/layout/IconLabelList"/>
    <dgm:cxn modelId="{1FF08C83-9F10-40B8-8AD2-6F6EABAC2843}" srcId="{CA582B6C-A846-4ADA-8795-5E5B8C2E9E04}" destId="{73562F0B-5EBF-4A5A-8502-D4A82A6C72F7}" srcOrd="0" destOrd="0" parTransId="{B10B5A38-B95C-44D2-AACE-B987EFC32691}" sibTransId="{129271AA-714D-4008-997D-6F20E4944263}"/>
    <dgm:cxn modelId="{A096CCCF-D0DC-422F-B03A-B945963A2C57}" type="presOf" srcId="{CA582B6C-A846-4ADA-8795-5E5B8C2E9E04}" destId="{71E53B7D-A12F-46D5-926B-6C815E36B6C1}" srcOrd="0" destOrd="0" presId="urn:microsoft.com/office/officeart/2018/2/layout/IconLabelList"/>
    <dgm:cxn modelId="{4D1ED1D5-79CB-4ACE-91A8-99037DE34156}" type="presOf" srcId="{B192A17F-F0C5-48AB-B7B2-4AB3ACD7E2B8}" destId="{661EE868-2EB6-49EF-8CE0-E4C66CD38982}" srcOrd="0" destOrd="0" presId="urn:microsoft.com/office/officeart/2018/2/layout/IconLabelList"/>
    <dgm:cxn modelId="{943B2EF1-E1D5-4D8D-AB28-36798BBC1CCB}" type="presParOf" srcId="{71E53B7D-A12F-46D5-926B-6C815E36B6C1}" destId="{91A136C9-E1B6-4578-815B-B46385C34EFC}" srcOrd="0" destOrd="0" presId="urn:microsoft.com/office/officeart/2018/2/layout/IconLabelList"/>
    <dgm:cxn modelId="{95C1473A-3C72-4862-8A6B-EC735D4A962C}" type="presParOf" srcId="{91A136C9-E1B6-4578-815B-B46385C34EFC}" destId="{743177FC-DB45-4EE5-BB45-2B14E0C6500E}" srcOrd="0" destOrd="0" presId="urn:microsoft.com/office/officeart/2018/2/layout/IconLabelList"/>
    <dgm:cxn modelId="{69149F89-3E25-4CCA-87F9-2D9B52431A2E}" type="presParOf" srcId="{91A136C9-E1B6-4578-815B-B46385C34EFC}" destId="{A974EB07-7E49-48DB-B466-EE2DBE02C903}" srcOrd="1" destOrd="0" presId="urn:microsoft.com/office/officeart/2018/2/layout/IconLabelList"/>
    <dgm:cxn modelId="{CD818C0E-6723-44FD-840B-52D9168A51BC}" type="presParOf" srcId="{91A136C9-E1B6-4578-815B-B46385C34EFC}" destId="{F9223D96-A1CD-4647-835F-DAA61000F6CC}" srcOrd="2" destOrd="0" presId="urn:microsoft.com/office/officeart/2018/2/layout/IconLabelList"/>
    <dgm:cxn modelId="{545D626B-5B20-4A87-9ED7-2B755805C835}" type="presParOf" srcId="{71E53B7D-A12F-46D5-926B-6C815E36B6C1}" destId="{EAA9D1F4-36C7-43AB-9DEC-0FFE70BFB382}" srcOrd="1" destOrd="0" presId="urn:microsoft.com/office/officeart/2018/2/layout/IconLabelList"/>
    <dgm:cxn modelId="{FF67F48D-93AC-4D68-8E21-327178325A9F}" type="presParOf" srcId="{71E53B7D-A12F-46D5-926B-6C815E36B6C1}" destId="{4F87C209-7452-4BA5-8AEF-846061D91C7F}" srcOrd="2" destOrd="0" presId="urn:microsoft.com/office/officeart/2018/2/layout/IconLabelList"/>
    <dgm:cxn modelId="{792713E1-30E7-4599-A6B7-A908CD2E3FCE}" type="presParOf" srcId="{4F87C209-7452-4BA5-8AEF-846061D91C7F}" destId="{9DBA9D5A-501E-4709-94DA-73A542D7A5BD}" srcOrd="0" destOrd="0" presId="urn:microsoft.com/office/officeart/2018/2/layout/IconLabelList"/>
    <dgm:cxn modelId="{144A9DB5-1B71-48F7-B89B-6329927F841A}" type="presParOf" srcId="{4F87C209-7452-4BA5-8AEF-846061D91C7F}" destId="{87373030-001B-4B60-B54A-54DE77299173}" srcOrd="1" destOrd="0" presId="urn:microsoft.com/office/officeart/2018/2/layout/IconLabelList"/>
    <dgm:cxn modelId="{36B378B8-0EB0-41C9-9C77-4ECB8F09D0EA}" type="presParOf" srcId="{4F87C209-7452-4BA5-8AEF-846061D91C7F}" destId="{661EE868-2EB6-49EF-8CE0-E4C66CD38982}" srcOrd="2" destOrd="0" presId="urn:microsoft.com/office/officeart/2018/2/layout/IconLabelList"/>
    <dgm:cxn modelId="{48A9D8EE-CEC3-4551-B652-466344AA51D1}" type="presParOf" srcId="{71E53B7D-A12F-46D5-926B-6C815E36B6C1}" destId="{A1049304-22BD-4CE4-A6E9-E07F9315F324}" srcOrd="3" destOrd="0" presId="urn:microsoft.com/office/officeart/2018/2/layout/IconLabelList"/>
    <dgm:cxn modelId="{09D4E650-8F0A-4A25-AD2C-5F695DBBC1E6}" type="presParOf" srcId="{71E53B7D-A12F-46D5-926B-6C815E36B6C1}" destId="{2ED1E292-F3D9-444A-9599-6A707181EC13}" srcOrd="4" destOrd="0" presId="urn:microsoft.com/office/officeart/2018/2/layout/IconLabelList"/>
    <dgm:cxn modelId="{0F7C1C8F-7936-4915-B517-DF68C5B87DAE}" type="presParOf" srcId="{2ED1E292-F3D9-444A-9599-6A707181EC13}" destId="{C473F28A-D303-40DA-A39D-6F57914633D6}" srcOrd="0" destOrd="0" presId="urn:microsoft.com/office/officeart/2018/2/layout/IconLabelList"/>
    <dgm:cxn modelId="{7FD3AD53-4CE3-4854-A467-3A5818D7D328}" type="presParOf" srcId="{2ED1E292-F3D9-444A-9599-6A707181EC13}" destId="{B660B3A6-BD4C-4C3C-846B-F10B8C12970B}" srcOrd="1" destOrd="0" presId="urn:microsoft.com/office/officeart/2018/2/layout/IconLabelList"/>
    <dgm:cxn modelId="{5D631C6D-25D2-45DA-9A67-01BD4EACD347}" type="presParOf" srcId="{2ED1E292-F3D9-444A-9599-6A707181EC13}" destId="{045E4040-1887-4B5D-A250-83E47D2F5F19}" srcOrd="2" destOrd="0" presId="urn:microsoft.com/office/officeart/2018/2/layout/IconLabel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A582B6C-A846-4ADA-8795-5E5B8C2E9E04}" type="doc">
      <dgm:prSet loTypeId="urn:microsoft.com/office/officeart/2018/2/layout/IconLabelList" loCatId="icon" qsTypeId="urn:microsoft.com/office/officeart/2005/8/quickstyle/simple1" qsCatId="simple" csTypeId="urn:microsoft.com/office/officeart/2018/5/colors/Iconchunking_neutralbg_colorful5" csCatId="colorful" phldr="1"/>
      <dgm:spPr/>
      <dgm:t>
        <a:bodyPr/>
        <a:lstStyle/>
        <a:p>
          <a:endParaRPr lang="en-US"/>
        </a:p>
      </dgm:t>
    </dgm:pt>
    <dgm:pt modelId="{01643C44-7156-449C-B5AE-21E6B9ED7A44}">
      <dgm:prSet/>
      <dgm:spPr/>
      <dgm:t>
        <a:bodyPr/>
        <a:lstStyle/>
        <a:p>
          <a:r>
            <a:rPr lang="en-US"/>
            <a:t>Python app generating synthetic patient data based on prompts</a:t>
          </a:r>
        </a:p>
      </dgm:t>
    </dgm:pt>
    <dgm:pt modelId="{BB4630C7-E07F-4CFA-A44B-714564525CEE}" type="parTrans" cxnId="{45D5E476-44DB-4A29-B129-8D5C2E11E71D}">
      <dgm:prSet/>
      <dgm:spPr/>
      <dgm:t>
        <a:bodyPr/>
        <a:lstStyle/>
        <a:p>
          <a:endParaRPr lang="en-US"/>
        </a:p>
      </dgm:t>
    </dgm:pt>
    <dgm:pt modelId="{7CDE4A6D-CE48-44EC-B006-216DFD6434A4}" type="sibTrans" cxnId="{45D5E476-44DB-4A29-B129-8D5C2E11E71D}">
      <dgm:prSet/>
      <dgm:spPr/>
      <dgm:t>
        <a:bodyPr/>
        <a:lstStyle/>
        <a:p>
          <a:endParaRPr lang="en-US"/>
        </a:p>
      </dgm:t>
    </dgm:pt>
    <dgm:pt modelId="{E4BC3202-6FD4-4284-8140-EB355D99521B}">
      <dgm:prSet/>
      <dgm:spPr/>
      <dgm:t>
        <a:bodyPr/>
        <a:lstStyle/>
        <a:p>
          <a:r>
            <a:rPr lang="en-US" dirty="0"/>
            <a:t>AI RAG pipeline for contextual generation</a:t>
          </a:r>
        </a:p>
      </dgm:t>
    </dgm:pt>
    <dgm:pt modelId="{80DF894D-FCC3-4CCD-8FBE-68626943F312}" type="parTrans" cxnId="{220B2C18-7143-4992-9791-3BF11F4F11B4}">
      <dgm:prSet/>
      <dgm:spPr/>
      <dgm:t>
        <a:bodyPr/>
        <a:lstStyle/>
        <a:p>
          <a:endParaRPr lang="en-US"/>
        </a:p>
      </dgm:t>
    </dgm:pt>
    <dgm:pt modelId="{04910AD3-5EF6-4BA2-ADEF-0BEA1BBA5984}" type="sibTrans" cxnId="{220B2C18-7143-4992-9791-3BF11F4F11B4}">
      <dgm:prSet/>
      <dgm:spPr/>
      <dgm:t>
        <a:bodyPr/>
        <a:lstStyle/>
        <a:p>
          <a:endParaRPr lang="en-US"/>
        </a:p>
      </dgm:t>
    </dgm:pt>
    <dgm:pt modelId="{863CA835-7BDD-4365-907D-8F3394F66EAE}">
      <dgm:prSet/>
      <dgm:spPr/>
      <dgm:t>
        <a:bodyPr/>
        <a:lstStyle/>
        <a:p>
          <a:r>
            <a:rPr lang="en-US"/>
            <a:t>Simple browser interface for interaction</a:t>
          </a:r>
        </a:p>
      </dgm:t>
    </dgm:pt>
    <dgm:pt modelId="{1CF4B447-F1E0-42A4-A2F3-5202465FECF4}" type="parTrans" cxnId="{7E0DFDEA-8D56-4313-B46E-A2A3099A21BC}">
      <dgm:prSet/>
      <dgm:spPr/>
      <dgm:t>
        <a:bodyPr/>
        <a:lstStyle/>
        <a:p>
          <a:endParaRPr lang="en-US"/>
        </a:p>
      </dgm:t>
    </dgm:pt>
    <dgm:pt modelId="{883D9E16-3C87-46ED-8EA4-D1F31850A692}" type="sibTrans" cxnId="{7E0DFDEA-8D56-4313-B46E-A2A3099A21BC}">
      <dgm:prSet/>
      <dgm:spPr/>
      <dgm:t>
        <a:bodyPr/>
        <a:lstStyle/>
        <a:p>
          <a:endParaRPr lang="en-US"/>
        </a:p>
      </dgm:t>
    </dgm:pt>
    <dgm:pt modelId="{71E53B7D-A12F-46D5-926B-6C815E36B6C1}" type="pres">
      <dgm:prSet presAssocID="{CA582B6C-A846-4ADA-8795-5E5B8C2E9E04}" presName="root" presStyleCnt="0">
        <dgm:presLayoutVars>
          <dgm:dir/>
          <dgm:resizeHandles val="exact"/>
        </dgm:presLayoutVars>
      </dgm:prSet>
      <dgm:spPr/>
    </dgm:pt>
    <dgm:pt modelId="{CC861300-21DF-4FD1-AE95-1215515ACF51}" type="pres">
      <dgm:prSet presAssocID="{01643C44-7156-449C-B5AE-21E6B9ED7A44}" presName="compNode" presStyleCnt="0"/>
      <dgm:spPr/>
    </dgm:pt>
    <dgm:pt modelId="{84999713-9558-481B-A38D-4A473CC027D5}" type="pres">
      <dgm:prSet presAssocID="{01643C44-7156-449C-B5AE-21E6B9ED7A44}"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Smart Phone outline"/>
        </a:ext>
      </dgm:extLst>
    </dgm:pt>
    <dgm:pt modelId="{55AC6A6C-1D61-46E1-B5EE-4907419EE249}" type="pres">
      <dgm:prSet presAssocID="{01643C44-7156-449C-B5AE-21E6B9ED7A44}" presName="spaceRect" presStyleCnt="0"/>
      <dgm:spPr/>
    </dgm:pt>
    <dgm:pt modelId="{06324CF4-688C-4F35-8562-C1C7619C3E78}" type="pres">
      <dgm:prSet presAssocID="{01643C44-7156-449C-B5AE-21E6B9ED7A44}" presName="textRect" presStyleLbl="revTx" presStyleIdx="0" presStyleCnt="3">
        <dgm:presLayoutVars>
          <dgm:chMax val="1"/>
          <dgm:chPref val="1"/>
        </dgm:presLayoutVars>
      </dgm:prSet>
      <dgm:spPr/>
    </dgm:pt>
    <dgm:pt modelId="{93FB9557-5B8B-4CB6-9BF9-24A4C98DEAD8}" type="pres">
      <dgm:prSet presAssocID="{7CDE4A6D-CE48-44EC-B006-216DFD6434A4}" presName="sibTrans" presStyleCnt="0"/>
      <dgm:spPr/>
    </dgm:pt>
    <dgm:pt modelId="{05EAF7AE-B6B4-4517-82AD-33C93A32440E}" type="pres">
      <dgm:prSet presAssocID="{E4BC3202-6FD4-4284-8140-EB355D99521B}" presName="compNode" presStyleCnt="0"/>
      <dgm:spPr/>
    </dgm:pt>
    <dgm:pt modelId="{CD3BF99F-B43D-4029-8E3B-BD61E8D092B7}" type="pres">
      <dgm:prSet presAssocID="{E4BC3202-6FD4-4284-8140-EB355D99521B}" presName="iconRect" presStyleLbl="node1" presStyleIdx="1" presStyleCnt="3"/>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Social network outline"/>
        </a:ext>
      </dgm:extLst>
    </dgm:pt>
    <dgm:pt modelId="{0AC8A56E-9427-48F7-8DD0-B58AF3521136}" type="pres">
      <dgm:prSet presAssocID="{E4BC3202-6FD4-4284-8140-EB355D99521B}" presName="spaceRect" presStyleCnt="0"/>
      <dgm:spPr/>
    </dgm:pt>
    <dgm:pt modelId="{CA79684A-CA7D-4758-8768-633961ACCF1B}" type="pres">
      <dgm:prSet presAssocID="{E4BC3202-6FD4-4284-8140-EB355D99521B}" presName="textRect" presStyleLbl="revTx" presStyleIdx="1" presStyleCnt="3">
        <dgm:presLayoutVars>
          <dgm:chMax val="1"/>
          <dgm:chPref val="1"/>
        </dgm:presLayoutVars>
      </dgm:prSet>
      <dgm:spPr/>
    </dgm:pt>
    <dgm:pt modelId="{D9340C3F-3AA8-4F0B-A200-25AE86FE34AD}" type="pres">
      <dgm:prSet presAssocID="{04910AD3-5EF6-4BA2-ADEF-0BEA1BBA5984}" presName="sibTrans" presStyleCnt="0"/>
      <dgm:spPr/>
    </dgm:pt>
    <dgm:pt modelId="{A8A4F588-3F47-4915-BBD2-9909FE99C324}" type="pres">
      <dgm:prSet presAssocID="{863CA835-7BDD-4365-907D-8F3394F66EAE}" presName="compNode" presStyleCnt="0"/>
      <dgm:spPr/>
    </dgm:pt>
    <dgm:pt modelId="{881D2537-6444-4A66-BE64-EB5E6A217055}" type="pres">
      <dgm:prSet presAssocID="{863CA835-7BDD-4365-907D-8F3394F66EAE}" presName="iconRect" presStyleLbl="node1" presStyleIdx="2" presStyleCnt="3"/>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Ui Ux outline"/>
        </a:ext>
      </dgm:extLst>
    </dgm:pt>
    <dgm:pt modelId="{84EBB39D-33C1-466B-9A3A-69DDB7C00038}" type="pres">
      <dgm:prSet presAssocID="{863CA835-7BDD-4365-907D-8F3394F66EAE}" presName="spaceRect" presStyleCnt="0"/>
      <dgm:spPr/>
    </dgm:pt>
    <dgm:pt modelId="{04AF074A-2FCA-4F76-9C61-811BACDD6A3E}" type="pres">
      <dgm:prSet presAssocID="{863CA835-7BDD-4365-907D-8F3394F66EAE}" presName="textRect" presStyleLbl="revTx" presStyleIdx="2" presStyleCnt="3">
        <dgm:presLayoutVars>
          <dgm:chMax val="1"/>
          <dgm:chPref val="1"/>
        </dgm:presLayoutVars>
      </dgm:prSet>
      <dgm:spPr/>
    </dgm:pt>
  </dgm:ptLst>
  <dgm:cxnLst>
    <dgm:cxn modelId="{9A73E30B-1D12-4C90-B038-00DFAB64B028}" type="presOf" srcId="{01643C44-7156-449C-B5AE-21E6B9ED7A44}" destId="{06324CF4-688C-4F35-8562-C1C7619C3E78}" srcOrd="0" destOrd="0" presId="urn:microsoft.com/office/officeart/2018/2/layout/IconLabelList"/>
    <dgm:cxn modelId="{220B2C18-7143-4992-9791-3BF11F4F11B4}" srcId="{CA582B6C-A846-4ADA-8795-5E5B8C2E9E04}" destId="{E4BC3202-6FD4-4284-8140-EB355D99521B}" srcOrd="1" destOrd="0" parTransId="{80DF894D-FCC3-4CCD-8FBE-68626943F312}" sibTransId="{04910AD3-5EF6-4BA2-ADEF-0BEA1BBA5984}"/>
    <dgm:cxn modelId="{45D5E476-44DB-4A29-B129-8D5C2E11E71D}" srcId="{CA582B6C-A846-4ADA-8795-5E5B8C2E9E04}" destId="{01643C44-7156-449C-B5AE-21E6B9ED7A44}" srcOrd="0" destOrd="0" parTransId="{BB4630C7-E07F-4CFA-A44B-714564525CEE}" sibTransId="{7CDE4A6D-CE48-44EC-B006-216DFD6434A4}"/>
    <dgm:cxn modelId="{694679B6-0039-4DBE-A969-5E1EB1CAD9E7}" type="presOf" srcId="{863CA835-7BDD-4365-907D-8F3394F66EAE}" destId="{04AF074A-2FCA-4F76-9C61-811BACDD6A3E}" srcOrd="0" destOrd="0" presId="urn:microsoft.com/office/officeart/2018/2/layout/IconLabelList"/>
    <dgm:cxn modelId="{A096CCCF-D0DC-422F-B03A-B945963A2C57}" type="presOf" srcId="{CA582B6C-A846-4ADA-8795-5E5B8C2E9E04}" destId="{71E53B7D-A12F-46D5-926B-6C815E36B6C1}" srcOrd="0" destOrd="0" presId="urn:microsoft.com/office/officeart/2018/2/layout/IconLabelList"/>
    <dgm:cxn modelId="{C39D18D5-1417-44BD-B58C-2E7DCC6DC7F8}" type="presOf" srcId="{E4BC3202-6FD4-4284-8140-EB355D99521B}" destId="{CA79684A-CA7D-4758-8768-633961ACCF1B}" srcOrd="0" destOrd="0" presId="urn:microsoft.com/office/officeart/2018/2/layout/IconLabelList"/>
    <dgm:cxn modelId="{7E0DFDEA-8D56-4313-B46E-A2A3099A21BC}" srcId="{CA582B6C-A846-4ADA-8795-5E5B8C2E9E04}" destId="{863CA835-7BDD-4365-907D-8F3394F66EAE}" srcOrd="2" destOrd="0" parTransId="{1CF4B447-F1E0-42A4-A2F3-5202465FECF4}" sibTransId="{883D9E16-3C87-46ED-8EA4-D1F31850A692}"/>
    <dgm:cxn modelId="{E7C4C0A6-C101-4488-A799-7316275E7135}" type="presParOf" srcId="{71E53B7D-A12F-46D5-926B-6C815E36B6C1}" destId="{CC861300-21DF-4FD1-AE95-1215515ACF51}" srcOrd="0" destOrd="0" presId="urn:microsoft.com/office/officeart/2018/2/layout/IconLabelList"/>
    <dgm:cxn modelId="{6D17DCEF-E3E9-426D-8C35-F8426B6C1948}" type="presParOf" srcId="{CC861300-21DF-4FD1-AE95-1215515ACF51}" destId="{84999713-9558-481B-A38D-4A473CC027D5}" srcOrd="0" destOrd="0" presId="urn:microsoft.com/office/officeart/2018/2/layout/IconLabelList"/>
    <dgm:cxn modelId="{264BEF67-FC8D-4872-A00E-580C0B407B9A}" type="presParOf" srcId="{CC861300-21DF-4FD1-AE95-1215515ACF51}" destId="{55AC6A6C-1D61-46E1-B5EE-4907419EE249}" srcOrd="1" destOrd="0" presId="urn:microsoft.com/office/officeart/2018/2/layout/IconLabelList"/>
    <dgm:cxn modelId="{5B1D9561-CA40-4166-B653-CAD2C22E21CD}" type="presParOf" srcId="{CC861300-21DF-4FD1-AE95-1215515ACF51}" destId="{06324CF4-688C-4F35-8562-C1C7619C3E78}" srcOrd="2" destOrd="0" presId="urn:microsoft.com/office/officeart/2018/2/layout/IconLabelList"/>
    <dgm:cxn modelId="{8CD50A83-BAF1-461E-9F4F-F1E468217283}" type="presParOf" srcId="{71E53B7D-A12F-46D5-926B-6C815E36B6C1}" destId="{93FB9557-5B8B-4CB6-9BF9-24A4C98DEAD8}" srcOrd="1" destOrd="0" presId="urn:microsoft.com/office/officeart/2018/2/layout/IconLabelList"/>
    <dgm:cxn modelId="{D08B7F23-DB82-42BB-81DC-8C175CD90382}" type="presParOf" srcId="{71E53B7D-A12F-46D5-926B-6C815E36B6C1}" destId="{05EAF7AE-B6B4-4517-82AD-33C93A32440E}" srcOrd="2" destOrd="0" presId="urn:microsoft.com/office/officeart/2018/2/layout/IconLabelList"/>
    <dgm:cxn modelId="{D54E0B4E-A933-4BBA-A026-F7FB35EC06BB}" type="presParOf" srcId="{05EAF7AE-B6B4-4517-82AD-33C93A32440E}" destId="{CD3BF99F-B43D-4029-8E3B-BD61E8D092B7}" srcOrd="0" destOrd="0" presId="urn:microsoft.com/office/officeart/2018/2/layout/IconLabelList"/>
    <dgm:cxn modelId="{D00CA10A-6425-4E21-BCF6-10710BF9ED8E}" type="presParOf" srcId="{05EAF7AE-B6B4-4517-82AD-33C93A32440E}" destId="{0AC8A56E-9427-48F7-8DD0-B58AF3521136}" srcOrd="1" destOrd="0" presId="urn:microsoft.com/office/officeart/2018/2/layout/IconLabelList"/>
    <dgm:cxn modelId="{8C4B97E3-4313-40A6-A072-3DAB09403C7B}" type="presParOf" srcId="{05EAF7AE-B6B4-4517-82AD-33C93A32440E}" destId="{CA79684A-CA7D-4758-8768-633961ACCF1B}" srcOrd="2" destOrd="0" presId="urn:microsoft.com/office/officeart/2018/2/layout/IconLabelList"/>
    <dgm:cxn modelId="{27150197-746C-4A7B-9631-58F4D36AA3D2}" type="presParOf" srcId="{71E53B7D-A12F-46D5-926B-6C815E36B6C1}" destId="{D9340C3F-3AA8-4F0B-A200-25AE86FE34AD}" srcOrd="3" destOrd="0" presId="urn:microsoft.com/office/officeart/2018/2/layout/IconLabelList"/>
    <dgm:cxn modelId="{1B4EAA0D-6A7A-4FEF-B04C-64C6A8942234}" type="presParOf" srcId="{71E53B7D-A12F-46D5-926B-6C815E36B6C1}" destId="{A8A4F588-3F47-4915-BBD2-9909FE99C324}" srcOrd="4" destOrd="0" presId="urn:microsoft.com/office/officeart/2018/2/layout/IconLabelList"/>
    <dgm:cxn modelId="{8673C13C-E4C4-4A71-B05A-A53C768C0320}" type="presParOf" srcId="{A8A4F588-3F47-4915-BBD2-9909FE99C324}" destId="{881D2537-6444-4A66-BE64-EB5E6A217055}" srcOrd="0" destOrd="0" presId="urn:microsoft.com/office/officeart/2018/2/layout/IconLabelList"/>
    <dgm:cxn modelId="{DE224EEA-6470-4B69-90E1-7EF35AB68443}" type="presParOf" srcId="{A8A4F588-3F47-4915-BBD2-9909FE99C324}" destId="{84EBB39D-33C1-466B-9A3A-69DDB7C00038}" srcOrd="1" destOrd="0" presId="urn:microsoft.com/office/officeart/2018/2/layout/IconLabelList"/>
    <dgm:cxn modelId="{854AE533-5B2A-465C-9853-2F2CF8725B9B}" type="presParOf" srcId="{A8A4F588-3F47-4915-BBD2-9909FE99C324}" destId="{04AF074A-2FCA-4F76-9C61-811BACDD6A3E}" srcOrd="2" destOrd="0" presId="urn:microsoft.com/office/officeart/2018/2/layout/IconLabel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4939ACB-9EC0-4F25-BA15-963F8AF2E179}" type="doc">
      <dgm:prSet loTypeId="urn:microsoft.com/office/officeart/2018/5/layout/IconCircle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CF80BFC3-FDFE-4381-8DF9-52DBB1AFD726}">
      <dgm:prSet/>
      <dgm:spPr/>
      <dgm:t>
        <a:bodyPr/>
        <a:lstStyle/>
        <a:p>
          <a:pPr>
            <a:defRPr cap="all"/>
          </a:pPr>
          <a:r>
            <a:rPr lang="en-US"/>
            <a:t>AI reasoning: rag_agent.py</a:t>
          </a:r>
        </a:p>
      </dgm:t>
    </dgm:pt>
    <dgm:pt modelId="{E87AE78F-79C2-4C6B-85C1-1A42129D1321}" type="parTrans" cxnId="{64B57715-B096-47D9-A4AC-67203318BECA}">
      <dgm:prSet/>
      <dgm:spPr/>
      <dgm:t>
        <a:bodyPr/>
        <a:lstStyle/>
        <a:p>
          <a:endParaRPr lang="en-US"/>
        </a:p>
      </dgm:t>
    </dgm:pt>
    <dgm:pt modelId="{5FDF5539-6359-497A-B8E8-DC2ADF4A7E9B}" type="sibTrans" cxnId="{64B57715-B096-47D9-A4AC-67203318BECA}">
      <dgm:prSet/>
      <dgm:spPr/>
      <dgm:t>
        <a:bodyPr/>
        <a:lstStyle/>
        <a:p>
          <a:endParaRPr lang="en-US"/>
        </a:p>
      </dgm:t>
    </dgm:pt>
    <dgm:pt modelId="{88B8700D-8C96-4197-B11C-6CFC3328B62D}">
      <dgm:prSet/>
      <dgm:spPr/>
      <dgm:t>
        <a:bodyPr/>
        <a:lstStyle/>
        <a:p>
          <a:pPr>
            <a:defRPr cap="all"/>
          </a:pPr>
          <a:r>
            <a:rPr lang="en-US" dirty="0"/>
            <a:t>Retrieval: vector_store.py</a:t>
          </a:r>
        </a:p>
      </dgm:t>
    </dgm:pt>
    <dgm:pt modelId="{5CD6AFA6-C178-4C6D-8C9D-77D2DC92D954}" type="parTrans" cxnId="{DBB36C7A-6DF9-4D48-8F3B-C9C15E18458C}">
      <dgm:prSet/>
      <dgm:spPr/>
      <dgm:t>
        <a:bodyPr/>
        <a:lstStyle/>
        <a:p>
          <a:endParaRPr lang="en-US"/>
        </a:p>
      </dgm:t>
    </dgm:pt>
    <dgm:pt modelId="{7F17D911-3873-4B0C-9B25-00F5E07F41D9}" type="sibTrans" cxnId="{DBB36C7A-6DF9-4D48-8F3B-C9C15E18458C}">
      <dgm:prSet/>
      <dgm:spPr/>
      <dgm:t>
        <a:bodyPr/>
        <a:lstStyle/>
        <a:p>
          <a:endParaRPr lang="en-US"/>
        </a:p>
      </dgm:t>
    </dgm:pt>
    <dgm:pt modelId="{155EDFB4-E1A2-4B22-A0C6-8637BDAA8605}">
      <dgm:prSet/>
      <dgm:spPr/>
      <dgm:t>
        <a:bodyPr/>
        <a:lstStyle/>
        <a:p>
          <a:pPr>
            <a:defRPr cap="all"/>
          </a:pPr>
          <a:r>
            <a:rPr lang="en-US" dirty="0"/>
            <a:t>Data preparation: data_prep.py</a:t>
          </a:r>
        </a:p>
      </dgm:t>
    </dgm:pt>
    <dgm:pt modelId="{5B315A21-5363-487D-BFEC-C6ADB9FF475F}" type="parTrans" cxnId="{95A09D0D-C131-4844-85D4-B52E431A16BF}">
      <dgm:prSet/>
      <dgm:spPr/>
      <dgm:t>
        <a:bodyPr/>
        <a:lstStyle/>
        <a:p>
          <a:endParaRPr lang="en-US"/>
        </a:p>
      </dgm:t>
    </dgm:pt>
    <dgm:pt modelId="{5C016854-A5EF-4A69-8256-5B4B0EC8C422}" type="sibTrans" cxnId="{95A09D0D-C131-4844-85D4-B52E431A16BF}">
      <dgm:prSet/>
      <dgm:spPr/>
      <dgm:t>
        <a:bodyPr/>
        <a:lstStyle/>
        <a:p>
          <a:endParaRPr lang="en-US"/>
        </a:p>
      </dgm:t>
    </dgm:pt>
    <dgm:pt modelId="{D98638DB-CB43-4407-BAC7-16BC76B3F4C7}">
      <dgm:prSet/>
      <dgm:spPr/>
      <dgm:t>
        <a:bodyPr/>
        <a:lstStyle/>
        <a:p>
          <a:pPr>
            <a:defRPr cap="all"/>
          </a:pPr>
          <a:r>
            <a:rPr lang="en-US" dirty="0"/>
            <a:t>Web UI: web.py</a:t>
          </a:r>
        </a:p>
      </dgm:t>
    </dgm:pt>
    <dgm:pt modelId="{905750A4-A3DA-4ED0-A0F8-53EB1D61BA3A}" type="parTrans" cxnId="{C7A561E1-167E-474E-915E-807AC009CAE8}">
      <dgm:prSet/>
      <dgm:spPr/>
      <dgm:t>
        <a:bodyPr/>
        <a:lstStyle/>
        <a:p>
          <a:endParaRPr lang="en-US"/>
        </a:p>
      </dgm:t>
    </dgm:pt>
    <dgm:pt modelId="{BE34A8AD-05FD-490A-A1A0-D7CD9D111D03}" type="sibTrans" cxnId="{C7A561E1-167E-474E-915E-807AC009CAE8}">
      <dgm:prSet/>
      <dgm:spPr/>
      <dgm:t>
        <a:bodyPr/>
        <a:lstStyle/>
        <a:p>
          <a:endParaRPr lang="en-US"/>
        </a:p>
      </dgm:t>
    </dgm:pt>
    <dgm:pt modelId="{9FF3B76E-379F-4526-8577-0A2DAF561014}">
      <dgm:prSet/>
      <dgm:spPr/>
      <dgm:t>
        <a:bodyPr/>
        <a:lstStyle/>
        <a:p>
          <a:pPr>
            <a:defRPr cap="all"/>
          </a:pPr>
          <a:r>
            <a:rPr lang="en-US"/>
            <a:t>Main entry: main.py</a:t>
          </a:r>
        </a:p>
      </dgm:t>
    </dgm:pt>
    <dgm:pt modelId="{AC0AD28E-375F-4DFB-87C6-E0F71DF9C961}" type="parTrans" cxnId="{AEA146E3-418D-40F2-9956-1A410A111A45}">
      <dgm:prSet/>
      <dgm:spPr/>
      <dgm:t>
        <a:bodyPr/>
        <a:lstStyle/>
        <a:p>
          <a:endParaRPr lang="en-US"/>
        </a:p>
      </dgm:t>
    </dgm:pt>
    <dgm:pt modelId="{E0E28E07-F4AE-409A-9292-E5F5DDC2ADF1}" type="sibTrans" cxnId="{AEA146E3-418D-40F2-9956-1A410A111A45}">
      <dgm:prSet/>
      <dgm:spPr/>
      <dgm:t>
        <a:bodyPr/>
        <a:lstStyle/>
        <a:p>
          <a:endParaRPr lang="en-US"/>
        </a:p>
      </dgm:t>
    </dgm:pt>
    <dgm:pt modelId="{FA4D2582-E865-44F9-820E-E71F87EF584F}" type="pres">
      <dgm:prSet presAssocID="{D4939ACB-9EC0-4F25-BA15-963F8AF2E179}" presName="root" presStyleCnt="0">
        <dgm:presLayoutVars>
          <dgm:dir/>
          <dgm:resizeHandles val="exact"/>
        </dgm:presLayoutVars>
      </dgm:prSet>
      <dgm:spPr/>
    </dgm:pt>
    <dgm:pt modelId="{E5A11D8A-F374-4136-94C0-29729C9E7E18}" type="pres">
      <dgm:prSet presAssocID="{CF80BFC3-FDFE-4381-8DF9-52DBB1AFD726}" presName="compNode" presStyleCnt="0"/>
      <dgm:spPr/>
    </dgm:pt>
    <dgm:pt modelId="{3697370A-7314-4FD0-807D-236E6124170D}" type="pres">
      <dgm:prSet presAssocID="{CF80BFC3-FDFE-4381-8DF9-52DBB1AFD726}" presName="iconBgRect" presStyleLbl="bgShp" presStyleIdx="0" presStyleCnt="5" custLinFactX="237667" custLinFactNeighborX="300000" custLinFactNeighborY="5509"/>
      <dgm:spPr/>
    </dgm:pt>
    <dgm:pt modelId="{A92AB1F3-3618-4231-9396-4CA9ECB28461}" type="pres">
      <dgm:prSet presAssocID="{CF80BFC3-FDFE-4381-8DF9-52DBB1AFD726}" presName="iconRect" presStyleLbl="node1" presStyleIdx="0" presStyleCnt="5" custLinFactX="439956" custLinFactNeighborX="500000" custLinFactNeighborY="9601"/>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Artificial Intelligence outline"/>
        </a:ext>
      </dgm:extLst>
    </dgm:pt>
    <dgm:pt modelId="{47F781CC-777D-4BF5-9B3A-05814078A6A5}" type="pres">
      <dgm:prSet presAssocID="{CF80BFC3-FDFE-4381-8DF9-52DBB1AFD726}" presName="spaceRect" presStyleCnt="0"/>
      <dgm:spPr/>
    </dgm:pt>
    <dgm:pt modelId="{E97A8445-A5AC-4C48-8F58-C4E2E9F206D7}" type="pres">
      <dgm:prSet presAssocID="{CF80BFC3-FDFE-4381-8DF9-52DBB1AFD726}" presName="textRect" presStyleLbl="revTx" presStyleIdx="0" presStyleCnt="5" custLinFactX="127976" custLinFactNeighborX="200000" custLinFactNeighborY="8401">
        <dgm:presLayoutVars>
          <dgm:chMax val="1"/>
          <dgm:chPref val="1"/>
        </dgm:presLayoutVars>
      </dgm:prSet>
      <dgm:spPr/>
    </dgm:pt>
    <dgm:pt modelId="{3F4C9127-12F3-4DDE-8BFC-D0D7A1943502}" type="pres">
      <dgm:prSet presAssocID="{5FDF5539-6359-497A-B8E8-DC2ADF4A7E9B}" presName="sibTrans" presStyleCnt="0"/>
      <dgm:spPr/>
    </dgm:pt>
    <dgm:pt modelId="{5C1D1581-0FAB-458A-B642-AFE500E5FC38}" type="pres">
      <dgm:prSet presAssocID="{88B8700D-8C96-4197-B11C-6CFC3328B62D}" presName="compNode" presStyleCnt="0"/>
      <dgm:spPr/>
    </dgm:pt>
    <dgm:pt modelId="{50C09C61-D06C-42A6-9363-C1E931AB2127}" type="pres">
      <dgm:prSet presAssocID="{88B8700D-8C96-4197-B11C-6CFC3328B62D}" presName="iconBgRect" presStyleLbl="bgShp" presStyleIdx="1" presStyleCnt="5" custLinFactNeighborX="85386" custLinFactNeighborY="33578"/>
      <dgm:spPr/>
    </dgm:pt>
    <dgm:pt modelId="{6B45EAC4-FD3B-470B-88D0-8D55AE7D704E}" type="pres">
      <dgm:prSet presAssocID="{88B8700D-8C96-4197-B11C-6CFC3328B62D}" presName="iconRect" presStyleLbl="node1" presStyleIdx="1" presStyleCnt="5" custLinFactX="48820" custLinFactNeighborX="100000" custLinFactNeighborY="5853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6434E226-FEE5-4947-B258-7DBA4827D526}" type="pres">
      <dgm:prSet presAssocID="{88B8700D-8C96-4197-B11C-6CFC3328B62D}" presName="spaceRect" presStyleCnt="0"/>
      <dgm:spPr/>
    </dgm:pt>
    <dgm:pt modelId="{F8F721A0-7B64-41E1-A003-4FE21CC0C46E}" type="pres">
      <dgm:prSet presAssocID="{88B8700D-8C96-4197-B11C-6CFC3328B62D}" presName="textRect" presStyleLbl="revTx" presStyleIdx="1" presStyleCnt="5" custLinFactNeighborX="52089" custLinFactNeighborY="51215">
        <dgm:presLayoutVars>
          <dgm:chMax val="1"/>
          <dgm:chPref val="1"/>
        </dgm:presLayoutVars>
      </dgm:prSet>
      <dgm:spPr/>
    </dgm:pt>
    <dgm:pt modelId="{A8838474-B4C8-4A12-8E39-C3F79C7810BB}" type="pres">
      <dgm:prSet presAssocID="{7F17D911-3873-4B0C-9B25-00F5E07F41D9}" presName="sibTrans" presStyleCnt="0"/>
      <dgm:spPr/>
    </dgm:pt>
    <dgm:pt modelId="{5FCA9BB9-0875-474D-8C3B-E0A1A4DE32D4}" type="pres">
      <dgm:prSet presAssocID="{155EDFB4-E1A2-4B22-A0C6-8637BDAA8605}" presName="compNode" presStyleCnt="0"/>
      <dgm:spPr/>
    </dgm:pt>
    <dgm:pt modelId="{EAE2A75F-B50C-4D0B-ABE1-92CB394F5165}" type="pres">
      <dgm:prSet presAssocID="{155EDFB4-E1A2-4B22-A0C6-8637BDAA8605}" presName="iconBgRect" presStyleLbl="bgShp" presStyleIdx="2" presStyleCnt="5" custLinFactX="-186848" custLinFactNeighborX="-200000" custLinFactNeighborY="-22"/>
      <dgm:spPr/>
    </dgm:pt>
    <dgm:pt modelId="{47892BF1-2E53-438F-B129-CDF4CA79A7CA}" type="pres">
      <dgm:prSet presAssocID="{155EDFB4-E1A2-4B22-A0C6-8637BDAA8605}" presName="iconRect" presStyleLbl="node1" presStyleIdx="2" presStyleCnt="5" custLinFactX="-300000" custLinFactNeighborX="-374222" custLinFactNeighborY="-37"/>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st with solid fill"/>
        </a:ext>
      </dgm:extLst>
    </dgm:pt>
    <dgm:pt modelId="{990ACE7E-14AC-4929-B730-178F72BEC019}" type="pres">
      <dgm:prSet presAssocID="{155EDFB4-E1A2-4B22-A0C6-8637BDAA8605}" presName="spaceRect" presStyleCnt="0"/>
      <dgm:spPr/>
    </dgm:pt>
    <dgm:pt modelId="{65543A89-6950-4664-887A-E47864210970}" type="pres">
      <dgm:prSet presAssocID="{155EDFB4-E1A2-4B22-A0C6-8637BDAA8605}" presName="textRect" presStyleLbl="revTx" presStyleIdx="2" presStyleCnt="5" custLinFactX="-100000" custLinFactNeighborX="-135977" custLinFactNeighborY="-33">
        <dgm:presLayoutVars>
          <dgm:chMax val="1"/>
          <dgm:chPref val="1"/>
        </dgm:presLayoutVars>
      </dgm:prSet>
      <dgm:spPr/>
    </dgm:pt>
    <dgm:pt modelId="{6006855A-9635-40FE-BD41-1596B79E66C5}" type="pres">
      <dgm:prSet presAssocID="{5C016854-A5EF-4A69-8256-5B4B0EC8C422}" presName="sibTrans" presStyleCnt="0"/>
      <dgm:spPr/>
    </dgm:pt>
    <dgm:pt modelId="{11F8221A-F8DE-4F4D-80E6-07265080502C}" type="pres">
      <dgm:prSet presAssocID="{D98638DB-CB43-4407-BAC7-16BC76B3F4C7}" presName="compNode" presStyleCnt="0"/>
      <dgm:spPr/>
    </dgm:pt>
    <dgm:pt modelId="{091D3205-324B-4600-AEE0-256BE01B8C4A}" type="pres">
      <dgm:prSet presAssocID="{D98638DB-CB43-4407-BAC7-16BC76B3F4C7}" presName="iconBgRect" presStyleLbl="bgShp" presStyleIdx="3" presStyleCnt="5" custLinFactX="-47638" custLinFactY="100000" custLinFactNeighborX="-100000" custLinFactNeighborY="108787"/>
      <dgm:spPr/>
    </dgm:pt>
    <dgm:pt modelId="{795B2E36-98BD-45CC-A129-C5468848C6C7}" type="pres">
      <dgm:prSet presAssocID="{D98638DB-CB43-4407-BAC7-16BC76B3F4C7}" presName="iconRect" presStyleLbl="node1" presStyleIdx="3" presStyleCnt="5" custLinFactX="-100000" custLinFactY="163885" custLinFactNeighborX="-157312" custLinFactNeighborY="200000"/>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Web Design"/>
        </a:ext>
      </dgm:extLst>
    </dgm:pt>
    <dgm:pt modelId="{38F8C8E2-8385-448A-9360-A2A76D89BF5A}" type="pres">
      <dgm:prSet presAssocID="{D98638DB-CB43-4407-BAC7-16BC76B3F4C7}" presName="spaceRect" presStyleCnt="0"/>
      <dgm:spPr/>
    </dgm:pt>
    <dgm:pt modelId="{22B1B7EC-F301-4170-80BB-D05AD143F6E4}" type="pres">
      <dgm:prSet presAssocID="{D98638DB-CB43-4407-BAC7-16BC76B3F4C7}" presName="textRect" presStyleLbl="revTx" presStyleIdx="3" presStyleCnt="5" custLinFactY="118399" custLinFactNeighborX="-90059" custLinFactNeighborY="200000">
        <dgm:presLayoutVars>
          <dgm:chMax val="1"/>
          <dgm:chPref val="1"/>
        </dgm:presLayoutVars>
      </dgm:prSet>
      <dgm:spPr/>
    </dgm:pt>
    <dgm:pt modelId="{6F22DAA0-C926-4A9E-B0FB-D5519EEE4429}" type="pres">
      <dgm:prSet presAssocID="{BE34A8AD-05FD-490A-A1A0-D7CD9D111D03}" presName="sibTrans" presStyleCnt="0"/>
      <dgm:spPr/>
    </dgm:pt>
    <dgm:pt modelId="{EE1A5F2C-0170-443D-ADFC-3E3290708685}" type="pres">
      <dgm:prSet presAssocID="{9FF3B76E-379F-4526-8577-0A2DAF561014}" presName="compNode" presStyleCnt="0"/>
      <dgm:spPr/>
    </dgm:pt>
    <dgm:pt modelId="{6FE99382-D2B3-4BC0-89BB-CFCEF3C351AD}" type="pres">
      <dgm:prSet presAssocID="{9FF3B76E-379F-4526-8577-0A2DAF561014}" presName="iconBgRect" presStyleLbl="bgShp" presStyleIdx="4" presStyleCnt="5" custLinFactX="-75182" custLinFactNeighborX="-100000" custLinFactNeighborY="-19281"/>
      <dgm:spPr/>
    </dgm:pt>
    <dgm:pt modelId="{31198399-9C6D-459A-8031-0FD3773071AD}" type="pres">
      <dgm:prSet presAssocID="{9FF3B76E-379F-4526-8577-0A2DAF561014}" presName="iconRect" presStyleLbl="node1" presStyleIdx="4" presStyleCnt="5" custLinFactX="-105318" custLinFactNeighborX="-200000" custLinFactNeighborY="-33604"/>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a:noFill/>
        </a:ln>
      </dgm:spPr>
      <dgm:extLst>
        <a:ext uri="{E40237B7-FDA0-4F09-8148-C483321AD2D9}">
          <dgm14:cNvPr xmlns:dgm14="http://schemas.microsoft.com/office/drawing/2010/diagram" id="0" name="" descr="Keyboard outline"/>
        </a:ext>
      </dgm:extLst>
    </dgm:pt>
    <dgm:pt modelId="{2B9D7EE9-68BB-4F65-B03D-85BF9F6816C1}" type="pres">
      <dgm:prSet presAssocID="{9FF3B76E-379F-4526-8577-0A2DAF561014}" presName="spaceRect" presStyleCnt="0"/>
      <dgm:spPr/>
    </dgm:pt>
    <dgm:pt modelId="{94231C64-CD19-4A52-9B49-B74C5E7FA1B5}" type="pres">
      <dgm:prSet presAssocID="{9FF3B76E-379F-4526-8577-0A2DAF561014}" presName="textRect" presStyleLbl="revTx" presStyleIdx="4" presStyleCnt="5" custLinFactX="-6861" custLinFactNeighborX="-100000" custLinFactNeighborY="-29404">
        <dgm:presLayoutVars>
          <dgm:chMax val="1"/>
          <dgm:chPref val="1"/>
        </dgm:presLayoutVars>
      </dgm:prSet>
      <dgm:spPr/>
    </dgm:pt>
  </dgm:ptLst>
  <dgm:cxnLst>
    <dgm:cxn modelId="{95A09D0D-C131-4844-85D4-B52E431A16BF}" srcId="{D4939ACB-9EC0-4F25-BA15-963F8AF2E179}" destId="{155EDFB4-E1A2-4B22-A0C6-8637BDAA8605}" srcOrd="2" destOrd="0" parTransId="{5B315A21-5363-487D-BFEC-C6ADB9FF475F}" sibTransId="{5C016854-A5EF-4A69-8256-5B4B0EC8C422}"/>
    <dgm:cxn modelId="{64B57715-B096-47D9-A4AC-67203318BECA}" srcId="{D4939ACB-9EC0-4F25-BA15-963F8AF2E179}" destId="{CF80BFC3-FDFE-4381-8DF9-52DBB1AFD726}" srcOrd="0" destOrd="0" parTransId="{E87AE78F-79C2-4C6B-85C1-1A42129D1321}" sibTransId="{5FDF5539-6359-497A-B8E8-DC2ADF4A7E9B}"/>
    <dgm:cxn modelId="{C340C52F-B3C7-49D4-90AF-AC3FDC850C6E}" type="presOf" srcId="{D98638DB-CB43-4407-BAC7-16BC76B3F4C7}" destId="{22B1B7EC-F301-4170-80BB-D05AD143F6E4}" srcOrd="0" destOrd="0" presId="urn:microsoft.com/office/officeart/2018/5/layout/IconCircleLabelList"/>
    <dgm:cxn modelId="{F736964E-ED2D-4199-860A-45BE7AB6F455}" type="presOf" srcId="{D4939ACB-9EC0-4F25-BA15-963F8AF2E179}" destId="{FA4D2582-E865-44F9-820E-E71F87EF584F}" srcOrd="0" destOrd="0" presId="urn:microsoft.com/office/officeart/2018/5/layout/IconCircleLabelList"/>
    <dgm:cxn modelId="{AFE24C73-F3F5-45FA-BE71-196B95BC281E}" type="presOf" srcId="{9FF3B76E-379F-4526-8577-0A2DAF561014}" destId="{94231C64-CD19-4A52-9B49-B74C5E7FA1B5}" srcOrd="0" destOrd="0" presId="urn:microsoft.com/office/officeart/2018/5/layout/IconCircleLabelList"/>
    <dgm:cxn modelId="{DBB36C7A-6DF9-4D48-8F3B-C9C15E18458C}" srcId="{D4939ACB-9EC0-4F25-BA15-963F8AF2E179}" destId="{88B8700D-8C96-4197-B11C-6CFC3328B62D}" srcOrd="1" destOrd="0" parTransId="{5CD6AFA6-C178-4C6D-8C9D-77D2DC92D954}" sibTransId="{7F17D911-3873-4B0C-9B25-00F5E07F41D9}"/>
    <dgm:cxn modelId="{FBD4C588-CA24-477B-B815-B9C7FF2A6563}" type="presOf" srcId="{CF80BFC3-FDFE-4381-8DF9-52DBB1AFD726}" destId="{E97A8445-A5AC-4C48-8F58-C4E2E9F206D7}" srcOrd="0" destOrd="0" presId="urn:microsoft.com/office/officeart/2018/5/layout/IconCircleLabelList"/>
    <dgm:cxn modelId="{5CE9BCC3-720F-433B-893A-AE831EB7B626}" type="presOf" srcId="{155EDFB4-E1A2-4B22-A0C6-8637BDAA8605}" destId="{65543A89-6950-4664-887A-E47864210970}" srcOrd="0" destOrd="0" presId="urn:microsoft.com/office/officeart/2018/5/layout/IconCircleLabelList"/>
    <dgm:cxn modelId="{C7A561E1-167E-474E-915E-807AC009CAE8}" srcId="{D4939ACB-9EC0-4F25-BA15-963F8AF2E179}" destId="{D98638DB-CB43-4407-BAC7-16BC76B3F4C7}" srcOrd="3" destOrd="0" parTransId="{905750A4-A3DA-4ED0-A0F8-53EB1D61BA3A}" sibTransId="{BE34A8AD-05FD-490A-A1A0-D7CD9D111D03}"/>
    <dgm:cxn modelId="{AEA146E3-418D-40F2-9956-1A410A111A45}" srcId="{D4939ACB-9EC0-4F25-BA15-963F8AF2E179}" destId="{9FF3B76E-379F-4526-8577-0A2DAF561014}" srcOrd="4" destOrd="0" parTransId="{AC0AD28E-375F-4DFB-87C6-E0F71DF9C961}" sibTransId="{E0E28E07-F4AE-409A-9292-E5F5DDC2ADF1}"/>
    <dgm:cxn modelId="{1326ABEF-3A6C-4D6C-98F1-2161D4EC5F64}" type="presOf" srcId="{88B8700D-8C96-4197-B11C-6CFC3328B62D}" destId="{F8F721A0-7B64-41E1-A003-4FE21CC0C46E}" srcOrd="0" destOrd="0" presId="urn:microsoft.com/office/officeart/2018/5/layout/IconCircleLabelList"/>
    <dgm:cxn modelId="{6FB02F14-E755-4CC5-8745-C9DB1448F896}" type="presParOf" srcId="{FA4D2582-E865-44F9-820E-E71F87EF584F}" destId="{E5A11D8A-F374-4136-94C0-29729C9E7E18}" srcOrd="0" destOrd="0" presId="urn:microsoft.com/office/officeart/2018/5/layout/IconCircleLabelList"/>
    <dgm:cxn modelId="{99A7578F-6A8F-4909-A2D7-C07BB7FE39AE}" type="presParOf" srcId="{E5A11D8A-F374-4136-94C0-29729C9E7E18}" destId="{3697370A-7314-4FD0-807D-236E6124170D}" srcOrd="0" destOrd="0" presId="urn:microsoft.com/office/officeart/2018/5/layout/IconCircleLabelList"/>
    <dgm:cxn modelId="{51E632ED-D08F-4DEB-B2EA-09FAA23F20E7}" type="presParOf" srcId="{E5A11D8A-F374-4136-94C0-29729C9E7E18}" destId="{A92AB1F3-3618-4231-9396-4CA9ECB28461}" srcOrd="1" destOrd="0" presId="urn:microsoft.com/office/officeart/2018/5/layout/IconCircleLabelList"/>
    <dgm:cxn modelId="{3B5075E4-D246-4135-8A8A-7B8D3EF61AA8}" type="presParOf" srcId="{E5A11D8A-F374-4136-94C0-29729C9E7E18}" destId="{47F781CC-777D-4BF5-9B3A-05814078A6A5}" srcOrd="2" destOrd="0" presId="urn:microsoft.com/office/officeart/2018/5/layout/IconCircleLabelList"/>
    <dgm:cxn modelId="{C3F45084-463A-4667-8CDB-C464BE3E6CBA}" type="presParOf" srcId="{E5A11D8A-F374-4136-94C0-29729C9E7E18}" destId="{E97A8445-A5AC-4C48-8F58-C4E2E9F206D7}" srcOrd="3" destOrd="0" presId="urn:microsoft.com/office/officeart/2018/5/layout/IconCircleLabelList"/>
    <dgm:cxn modelId="{2AA80A6B-8D12-4E1C-8A33-E80ADC7702B0}" type="presParOf" srcId="{FA4D2582-E865-44F9-820E-E71F87EF584F}" destId="{3F4C9127-12F3-4DDE-8BFC-D0D7A1943502}" srcOrd="1" destOrd="0" presId="urn:microsoft.com/office/officeart/2018/5/layout/IconCircleLabelList"/>
    <dgm:cxn modelId="{6162D83B-D57E-4E6C-8F20-3C7609F94FF6}" type="presParOf" srcId="{FA4D2582-E865-44F9-820E-E71F87EF584F}" destId="{5C1D1581-0FAB-458A-B642-AFE500E5FC38}" srcOrd="2" destOrd="0" presId="urn:microsoft.com/office/officeart/2018/5/layout/IconCircleLabelList"/>
    <dgm:cxn modelId="{B35E886E-E27C-444B-BA16-45B4B930A84A}" type="presParOf" srcId="{5C1D1581-0FAB-458A-B642-AFE500E5FC38}" destId="{50C09C61-D06C-42A6-9363-C1E931AB2127}" srcOrd="0" destOrd="0" presId="urn:microsoft.com/office/officeart/2018/5/layout/IconCircleLabelList"/>
    <dgm:cxn modelId="{55653138-ED6F-4D96-B895-4A075B032D02}" type="presParOf" srcId="{5C1D1581-0FAB-458A-B642-AFE500E5FC38}" destId="{6B45EAC4-FD3B-470B-88D0-8D55AE7D704E}" srcOrd="1" destOrd="0" presId="urn:microsoft.com/office/officeart/2018/5/layout/IconCircleLabelList"/>
    <dgm:cxn modelId="{C17E76EE-415F-4D9F-A74C-4CE916B4097F}" type="presParOf" srcId="{5C1D1581-0FAB-458A-B642-AFE500E5FC38}" destId="{6434E226-FEE5-4947-B258-7DBA4827D526}" srcOrd="2" destOrd="0" presId="urn:microsoft.com/office/officeart/2018/5/layout/IconCircleLabelList"/>
    <dgm:cxn modelId="{1440900B-482F-413A-8B37-1E68DF5EB0E0}" type="presParOf" srcId="{5C1D1581-0FAB-458A-B642-AFE500E5FC38}" destId="{F8F721A0-7B64-41E1-A003-4FE21CC0C46E}" srcOrd="3" destOrd="0" presId="urn:microsoft.com/office/officeart/2018/5/layout/IconCircleLabelList"/>
    <dgm:cxn modelId="{935883F7-48BF-4311-AD8A-6CDEF02E8AD9}" type="presParOf" srcId="{FA4D2582-E865-44F9-820E-E71F87EF584F}" destId="{A8838474-B4C8-4A12-8E39-C3F79C7810BB}" srcOrd="3" destOrd="0" presId="urn:microsoft.com/office/officeart/2018/5/layout/IconCircleLabelList"/>
    <dgm:cxn modelId="{456427B5-9B2D-4AE3-A67F-54DB8BAB6731}" type="presParOf" srcId="{FA4D2582-E865-44F9-820E-E71F87EF584F}" destId="{5FCA9BB9-0875-474D-8C3B-E0A1A4DE32D4}" srcOrd="4" destOrd="0" presId="urn:microsoft.com/office/officeart/2018/5/layout/IconCircleLabelList"/>
    <dgm:cxn modelId="{F85084CD-8B0C-402B-80A9-29C34AA91AD4}" type="presParOf" srcId="{5FCA9BB9-0875-474D-8C3B-E0A1A4DE32D4}" destId="{EAE2A75F-B50C-4D0B-ABE1-92CB394F5165}" srcOrd="0" destOrd="0" presId="urn:microsoft.com/office/officeart/2018/5/layout/IconCircleLabelList"/>
    <dgm:cxn modelId="{B1B0B7EF-148D-4900-91BB-E848680CB3F0}" type="presParOf" srcId="{5FCA9BB9-0875-474D-8C3B-E0A1A4DE32D4}" destId="{47892BF1-2E53-438F-B129-CDF4CA79A7CA}" srcOrd="1" destOrd="0" presId="urn:microsoft.com/office/officeart/2018/5/layout/IconCircleLabelList"/>
    <dgm:cxn modelId="{200D6FCF-4C0F-43EB-9AFA-0F9118146FE5}" type="presParOf" srcId="{5FCA9BB9-0875-474D-8C3B-E0A1A4DE32D4}" destId="{990ACE7E-14AC-4929-B730-178F72BEC019}" srcOrd="2" destOrd="0" presId="urn:microsoft.com/office/officeart/2018/5/layout/IconCircleLabelList"/>
    <dgm:cxn modelId="{41F68E7B-85E4-4C82-B428-7B124554AD1D}" type="presParOf" srcId="{5FCA9BB9-0875-474D-8C3B-E0A1A4DE32D4}" destId="{65543A89-6950-4664-887A-E47864210970}" srcOrd="3" destOrd="0" presId="urn:microsoft.com/office/officeart/2018/5/layout/IconCircleLabelList"/>
    <dgm:cxn modelId="{7A15CD88-5AB7-49E4-9B4C-FA6FDF2115A7}" type="presParOf" srcId="{FA4D2582-E865-44F9-820E-E71F87EF584F}" destId="{6006855A-9635-40FE-BD41-1596B79E66C5}" srcOrd="5" destOrd="0" presId="urn:microsoft.com/office/officeart/2018/5/layout/IconCircleLabelList"/>
    <dgm:cxn modelId="{CA9ABA19-CABC-413E-8769-3299F8B0104C}" type="presParOf" srcId="{FA4D2582-E865-44F9-820E-E71F87EF584F}" destId="{11F8221A-F8DE-4F4D-80E6-07265080502C}" srcOrd="6" destOrd="0" presId="urn:microsoft.com/office/officeart/2018/5/layout/IconCircleLabelList"/>
    <dgm:cxn modelId="{D84B8AC7-F30C-4209-BE1F-EAC63A832473}" type="presParOf" srcId="{11F8221A-F8DE-4F4D-80E6-07265080502C}" destId="{091D3205-324B-4600-AEE0-256BE01B8C4A}" srcOrd="0" destOrd="0" presId="urn:microsoft.com/office/officeart/2018/5/layout/IconCircleLabelList"/>
    <dgm:cxn modelId="{ADA33083-0977-4681-A491-ACCF31439CF9}" type="presParOf" srcId="{11F8221A-F8DE-4F4D-80E6-07265080502C}" destId="{795B2E36-98BD-45CC-A129-C5468848C6C7}" srcOrd="1" destOrd="0" presId="urn:microsoft.com/office/officeart/2018/5/layout/IconCircleLabelList"/>
    <dgm:cxn modelId="{CBC45016-FE8C-4785-B3AA-D40093D0B24C}" type="presParOf" srcId="{11F8221A-F8DE-4F4D-80E6-07265080502C}" destId="{38F8C8E2-8385-448A-9360-A2A76D89BF5A}" srcOrd="2" destOrd="0" presId="urn:microsoft.com/office/officeart/2018/5/layout/IconCircleLabelList"/>
    <dgm:cxn modelId="{027A107A-28F8-4084-A477-29A7A2D06F1D}" type="presParOf" srcId="{11F8221A-F8DE-4F4D-80E6-07265080502C}" destId="{22B1B7EC-F301-4170-80BB-D05AD143F6E4}" srcOrd="3" destOrd="0" presId="urn:microsoft.com/office/officeart/2018/5/layout/IconCircleLabelList"/>
    <dgm:cxn modelId="{DDDBF8CC-65AD-448A-9205-7B642AFD7FA9}" type="presParOf" srcId="{FA4D2582-E865-44F9-820E-E71F87EF584F}" destId="{6F22DAA0-C926-4A9E-B0FB-D5519EEE4429}" srcOrd="7" destOrd="0" presId="urn:microsoft.com/office/officeart/2018/5/layout/IconCircleLabelList"/>
    <dgm:cxn modelId="{D56DF915-7B1D-48B8-BB8E-48482FC4489A}" type="presParOf" srcId="{FA4D2582-E865-44F9-820E-E71F87EF584F}" destId="{EE1A5F2C-0170-443D-ADFC-3E3290708685}" srcOrd="8" destOrd="0" presId="urn:microsoft.com/office/officeart/2018/5/layout/IconCircleLabelList"/>
    <dgm:cxn modelId="{A984D4E9-4A49-4FCF-9D85-5758D29DCD2C}" type="presParOf" srcId="{EE1A5F2C-0170-443D-ADFC-3E3290708685}" destId="{6FE99382-D2B3-4BC0-89BB-CFCEF3C351AD}" srcOrd="0" destOrd="0" presId="urn:microsoft.com/office/officeart/2018/5/layout/IconCircleLabelList"/>
    <dgm:cxn modelId="{E2197DBE-CE6F-4597-9703-556292644BE8}" type="presParOf" srcId="{EE1A5F2C-0170-443D-ADFC-3E3290708685}" destId="{31198399-9C6D-459A-8031-0FD3773071AD}" srcOrd="1" destOrd="0" presId="urn:microsoft.com/office/officeart/2018/5/layout/IconCircleLabelList"/>
    <dgm:cxn modelId="{84B104B0-42FB-4454-9F7F-48DEB672424C}" type="presParOf" srcId="{EE1A5F2C-0170-443D-ADFC-3E3290708685}" destId="{2B9D7EE9-68BB-4F65-B03D-85BF9F6816C1}" srcOrd="2" destOrd="0" presId="urn:microsoft.com/office/officeart/2018/5/layout/IconCircleLabelList"/>
    <dgm:cxn modelId="{7777844A-4798-4A48-873A-0D24765A8F1B}" type="presParOf" srcId="{EE1A5F2C-0170-443D-ADFC-3E3290708685}" destId="{94231C64-CD19-4A52-9B49-B74C5E7FA1B5}" srcOrd="3" destOrd="0" presId="urn:microsoft.com/office/officeart/2018/5/layout/IconCircleLabel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3177FC-DB45-4EE5-BB45-2B14E0C6500E}">
      <dsp:nvSpPr>
        <dsp:cNvPr id="0" name=""/>
        <dsp:cNvSpPr/>
      </dsp:nvSpPr>
      <dsp:spPr>
        <a:xfrm>
          <a:off x="738477" y="1037662"/>
          <a:ext cx="1079825" cy="107982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9223D96-A1CD-4647-835F-DAA61000F6CC}">
      <dsp:nvSpPr>
        <dsp:cNvPr id="0" name=""/>
        <dsp:cNvSpPr/>
      </dsp:nvSpPr>
      <dsp:spPr>
        <a:xfrm>
          <a:off x="78583"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pPr>
          <a:r>
            <a:rPr lang="en-AU" sz="3100" kern="1200" dirty="0"/>
            <a:t>Testing</a:t>
          </a:r>
        </a:p>
      </dsp:txBody>
      <dsp:txXfrm>
        <a:off x="78583" y="2435142"/>
        <a:ext cx="2399612" cy="720000"/>
      </dsp:txXfrm>
    </dsp:sp>
    <dsp:sp modelId="{9DBA9D5A-501E-4709-94DA-73A542D7A5BD}">
      <dsp:nvSpPr>
        <dsp:cNvPr id="0" name=""/>
        <dsp:cNvSpPr/>
      </dsp:nvSpPr>
      <dsp:spPr>
        <a:xfrm>
          <a:off x="3558022" y="1037662"/>
          <a:ext cx="1079825" cy="1079825"/>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15000" r="-15000"/>
          </a:stretch>
        </a:blip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61EE868-2EB6-49EF-8CE0-E4C66CD38982}">
      <dsp:nvSpPr>
        <dsp:cNvPr id="0" name=""/>
        <dsp:cNvSpPr/>
      </dsp:nvSpPr>
      <dsp:spPr>
        <a:xfrm>
          <a:off x="2898129"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pPr>
          <a:r>
            <a:rPr lang="en-AU" sz="3100" kern="1200" dirty="0"/>
            <a:t>Demonstration</a:t>
          </a:r>
        </a:p>
      </dsp:txBody>
      <dsp:txXfrm>
        <a:off x="2898129" y="2435142"/>
        <a:ext cx="2399612" cy="720000"/>
      </dsp:txXfrm>
    </dsp:sp>
    <dsp:sp modelId="{C473F28A-D303-40DA-A39D-6F57914633D6}">
      <dsp:nvSpPr>
        <dsp:cNvPr id="0" name=""/>
        <dsp:cNvSpPr/>
      </dsp:nvSpPr>
      <dsp:spPr>
        <a:xfrm>
          <a:off x="6377567" y="1037662"/>
          <a:ext cx="1079825" cy="1079825"/>
        </a:xfrm>
        <a:prstGeom prst="rect">
          <a:avLst/>
        </a:prstGeom>
        <a:blipFill>
          <a:blip xmlns:r="http://schemas.openxmlformats.org/officeDocument/2006/relationships" r:embed="rId4">
            <a:extLst>
              <a:ext uri="{837473B0-CC2E-450A-ABE3-18F120FF3D39}">
                <a1611:picAttrSrcUrl xmlns:a1611="http://schemas.microsoft.com/office/drawing/2016/11/main" r:id="rId5"/>
              </a:ext>
            </a:extLst>
          </a:blip>
          <a:srcRect/>
          <a:stretch>
            <a:fillRect l="-39000" r="-39000"/>
          </a:stretch>
        </a:blip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45E4040-1887-4B5D-A250-83E47D2F5F19}">
      <dsp:nvSpPr>
        <dsp:cNvPr id="0" name=""/>
        <dsp:cNvSpPr/>
      </dsp:nvSpPr>
      <dsp:spPr>
        <a:xfrm>
          <a:off x="5717674"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pPr>
          <a:r>
            <a:rPr lang="en-AU" sz="3100" kern="1200" dirty="0"/>
            <a:t>Privacy</a:t>
          </a:r>
        </a:p>
      </dsp:txBody>
      <dsp:txXfrm>
        <a:off x="5717674" y="2435142"/>
        <a:ext cx="2399612"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999713-9558-481B-A38D-4A473CC027D5}">
      <dsp:nvSpPr>
        <dsp:cNvPr id="0" name=""/>
        <dsp:cNvSpPr/>
      </dsp:nvSpPr>
      <dsp:spPr>
        <a:xfrm>
          <a:off x="738477" y="1037662"/>
          <a:ext cx="1079825" cy="107982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6324CF4-688C-4F35-8562-C1C7619C3E78}">
      <dsp:nvSpPr>
        <dsp:cNvPr id="0" name=""/>
        <dsp:cNvSpPr/>
      </dsp:nvSpPr>
      <dsp:spPr>
        <a:xfrm>
          <a:off x="78583"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US" sz="1700" kern="1200"/>
            <a:t>Python app generating synthetic patient data based on prompts</a:t>
          </a:r>
        </a:p>
      </dsp:txBody>
      <dsp:txXfrm>
        <a:off x="78583" y="2435142"/>
        <a:ext cx="2399612" cy="720000"/>
      </dsp:txXfrm>
    </dsp:sp>
    <dsp:sp modelId="{CD3BF99F-B43D-4029-8E3B-BD61E8D092B7}">
      <dsp:nvSpPr>
        <dsp:cNvPr id="0" name=""/>
        <dsp:cNvSpPr/>
      </dsp:nvSpPr>
      <dsp:spPr>
        <a:xfrm>
          <a:off x="3558022" y="1037662"/>
          <a:ext cx="1079825" cy="1079825"/>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A79684A-CA7D-4758-8768-633961ACCF1B}">
      <dsp:nvSpPr>
        <dsp:cNvPr id="0" name=""/>
        <dsp:cNvSpPr/>
      </dsp:nvSpPr>
      <dsp:spPr>
        <a:xfrm>
          <a:off x="2898129"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US" sz="1700" kern="1200" dirty="0"/>
            <a:t>AI RAG pipeline for contextual generation</a:t>
          </a:r>
        </a:p>
      </dsp:txBody>
      <dsp:txXfrm>
        <a:off x="2898129" y="2435142"/>
        <a:ext cx="2399612" cy="720000"/>
      </dsp:txXfrm>
    </dsp:sp>
    <dsp:sp modelId="{881D2537-6444-4A66-BE64-EB5E6A217055}">
      <dsp:nvSpPr>
        <dsp:cNvPr id="0" name=""/>
        <dsp:cNvSpPr/>
      </dsp:nvSpPr>
      <dsp:spPr>
        <a:xfrm>
          <a:off x="6377567" y="1037662"/>
          <a:ext cx="1079825" cy="1079825"/>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4AF074A-2FCA-4F76-9C61-811BACDD6A3E}">
      <dsp:nvSpPr>
        <dsp:cNvPr id="0" name=""/>
        <dsp:cNvSpPr/>
      </dsp:nvSpPr>
      <dsp:spPr>
        <a:xfrm>
          <a:off x="5717674" y="2435142"/>
          <a:ext cx="239961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US" sz="1700" kern="1200"/>
            <a:t>Simple browser interface for interaction</a:t>
          </a:r>
        </a:p>
      </dsp:txBody>
      <dsp:txXfrm>
        <a:off x="5717674" y="2435142"/>
        <a:ext cx="2399612"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97370A-7314-4FD0-807D-236E6124170D}">
      <dsp:nvSpPr>
        <dsp:cNvPr id="0" name=""/>
        <dsp:cNvSpPr/>
      </dsp:nvSpPr>
      <dsp:spPr>
        <a:xfrm>
          <a:off x="6015782" y="53375"/>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2AB1F3-3618-4231-9396-4CA9ECB28461}">
      <dsp:nvSpPr>
        <dsp:cNvPr id="0" name=""/>
        <dsp:cNvSpPr/>
      </dsp:nvSpPr>
      <dsp:spPr>
        <a:xfrm>
          <a:off x="6237389" y="259036"/>
          <a:ext cx="553710" cy="553710"/>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97A8445-A5AC-4C48-8F58-C4E2E9F206D7}">
      <dsp:nvSpPr>
        <dsp:cNvPr id="0" name=""/>
        <dsp:cNvSpPr/>
      </dsp:nvSpPr>
      <dsp:spPr>
        <a:xfrm>
          <a:off x="5707272" y="1318998"/>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a:t>AI reasoning: rag_agent.py</a:t>
          </a:r>
        </a:p>
      </dsp:txBody>
      <dsp:txXfrm>
        <a:off x="5707272" y="1318998"/>
        <a:ext cx="1582031" cy="632812"/>
      </dsp:txXfrm>
    </dsp:sp>
    <dsp:sp modelId="{50C09C61-D06C-42A6-9363-C1E931AB2127}">
      <dsp:nvSpPr>
        <dsp:cNvPr id="0" name=""/>
        <dsp:cNvSpPr/>
      </dsp:nvSpPr>
      <dsp:spPr>
        <a:xfrm>
          <a:off x="3509980" y="324251"/>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B45EAC4-FD3B-470B-88D0-8D55AE7D704E}">
      <dsp:nvSpPr>
        <dsp:cNvPr id="0" name=""/>
        <dsp:cNvSpPr/>
      </dsp:nvSpPr>
      <dsp:spPr>
        <a:xfrm>
          <a:off x="3715669" y="529978"/>
          <a:ext cx="553710" cy="55371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8F721A0-7B64-41E1-A003-4FE21CC0C46E}">
      <dsp:nvSpPr>
        <dsp:cNvPr id="0" name=""/>
        <dsp:cNvSpPr/>
      </dsp:nvSpPr>
      <dsp:spPr>
        <a:xfrm>
          <a:off x="3201540" y="1589931"/>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dirty="0"/>
            <a:t>Retrieval: vector_store.py</a:t>
          </a:r>
        </a:p>
      </dsp:txBody>
      <dsp:txXfrm>
        <a:off x="3201540" y="1589931"/>
        <a:ext cx="1582031" cy="632812"/>
      </dsp:txXfrm>
    </dsp:sp>
    <dsp:sp modelId="{EAE2A75F-B50C-4D0B-ABE1-92CB394F5165}">
      <dsp:nvSpPr>
        <dsp:cNvPr id="0" name=""/>
        <dsp:cNvSpPr/>
      </dsp:nvSpPr>
      <dsp:spPr>
        <a:xfrm>
          <a:off x="811625" y="0"/>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892BF1-2E53-438F-B129-CDF4CA79A7CA}">
      <dsp:nvSpPr>
        <dsp:cNvPr id="0" name=""/>
        <dsp:cNvSpPr/>
      </dsp:nvSpPr>
      <dsp:spPr>
        <a:xfrm>
          <a:off x="1017282" y="205670"/>
          <a:ext cx="553710" cy="553710"/>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5543A89-6950-4664-887A-E47864210970}">
      <dsp:nvSpPr>
        <dsp:cNvPr id="0" name=""/>
        <dsp:cNvSpPr/>
      </dsp:nvSpPr>
      <dsp:spPr>
        <a:xfrm>
          <a:off x="503133" y="1265627"/>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dirty="0"/>
            <a:t>Data preparation: data_prep.py</a:t>
          </a:r>
        </a:p>
      </dsp:txBody>
      <dsp:txXfrm>
        <a:off x="503133" y="1265627"/>
        <a:ext cx="1582031" cy="632812"/>
      </dsp:txXfrm>
    </dsp:sp>
    <dsp:sp modelId="{091D3205-324B-4600-AEE0-256BE01B8C4A}">
      <dsp:nvSpPr>
        <dsp:cNvPr id="0" name=""/>
        <dsp:cNvSpPr/>
      </dsp:nvSpPr>
      <dsp:spPr>
        <a:xfrm>
          <a:off x="4978981" y="2015087"/>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95B2E36-98BD-45CC-A129-C5468848C6C7}">
      <dsp:nvSpPr>
        <dsp:cNvPr id="0" name=""/>
        <dsp:cNvSpPr/>
      </dsp:nvSpPr>
      <dsp:spPr>
        <a:xfrm>
          <a:off x="5184645" y="2220746"/>
          <a:ext cx="553710" cy="55371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2B1B7EC-F301-4170-80BB-D05AD143F6E4}">
      <dsp:nvSpPr>
        <dsp:cNvPr id="0" name=""/>
        <dsp:cNvSpPr/>
      </dsp:nvSpPr>
      <dsp:spPr>
        <a:xfrm>
          <a:off x="4670488" y="3280704"/>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dirty="0"/>
            <a:t>Web UI: web.py</a:t>
          </a:r>
        </a:p>
      </dsp:txBody>
      <dsp:txXfrm>
        <a:off x="4670488" y="3280704"/>
        <a:ext cx="1582031" cy="632812"/>
      </dsp:txXfrm>
    </dsp:sp>
    <dsp:sp modelId="{6FE99382-D2B3-4BC0-89BB-CFCEF3C351AD}">
      <dsp:nvSpPr>
        <dsp:cNvPr id="0" name=""/>
        <dsp:cNvSpPr/>
      </dsp:nvSpPr>
      <dsp:spPr>
        <a:xfrm>
          <a:off x="1924841" y="2108087"/>
          <a:ext cx="965039" cy="96503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198399-9C6D-459A-8031-0FD3773071AD}">
      <dsp:nvSpPr>
        <dsp:cNvPr id="0" name=""/>
        <dsp:cNvSpPr/>
      </dsp:nvSpPr>
      <dsp:spPr>
        <a:xfrm>
          <a:off x="2130500" y="2313751"/>
          <a:ext cx="553710" cy="553710"/>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4231C64-CD19-4A52-9B49-B74C5E7FA1B5}">
      <dsp:nvSpPr>
        <dsp:cNvPr id="0" name=""/>
        <dsp:cNvSpPr/>
      </dsp:nvSpPr>
      <dsp:spPr>
        <a:xfrm>
          <a:off x="1616345" y="3373709"/>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defRPr cap="all"/>
          </a:pPr>
          <a:r>
            <a:rPr lang="en-US" sz="1500" kern="1200"/>
            <a:t>Main entry: main.py</a:t>
          </a:r>
        </a:p>
      </dsp:txBody>
      <dsp:txXfrm>
        <a:off x="1616345" y="3373709"/>
        <a:ext cx="1582031" cy="632812"/>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31692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Introduce the project and the team.</a:t>
            </a:r>
            <a:endParaRPr lang="en-AU" dirty="0"/>
          </a:p>
          <a:p>
            <a:endParaRPr lang="en-AU" dirty="0"/>
          </a:p>
          <a:p>
            <a:pPr marL="0" marR="0" lvl="0" indent="0" algn="l" defTabSz="914400" rtl="0" eaLnBrk="1" fontAlgn="auto" latinLnBrk="0" hangingPunct="1">
              <a:lnSpc>
                <a:spcPct val="100000"/>
              </a:lnSpc>
              <a:spcBef>
                <a:spcPts val="0"/>
              </a:spcBef>
              <a:spcAft>
                <a:spcPts val="0"/>
              </a:spcAft>
              <a:buClrTx/>
              <a:buSzTx/>
              <a:buFontTx/>
              <a:buNone/>
              <a:tabLst/>
              <a:defRPr/>
            </a:pPr>
            <a:r>
              <a:rPr lang="en-AU" sz="1200" b="0" kern="1200" dirty="0">
                <a:solidFill>
                  <a:schemeClr val="tx1"/>
                </a:solidFill>
                <a:effectLst/>
                <a:latin typeface="+mn-lt"/>
                <a:ea typeface="+mn-ea"/>
                <a:cs typeface="+mn-cs"/>
              </a:rPr>
              <a:t>"Alright, so this is our final project. We’ve come up with something called an AI-Powered Synthetic Medical Data Generator. Sounds fancy, doesn’t it? Basically, it’s about making fake medical data—but in a good way. You know, for testing and demos, so you’re not messing about with real patient stuff. The team? Well, there’s Daimond, Denise, John, and Jolyon. We’ve all chipped in. So, let’s get into it and I’ll explain what this thing actually does."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err="1"/>
              <a:t>Synthethic</a:t>
            </a:r>
            <a:r>
              <a:rPr lang="en-AU" dirty="0"/>
              <a:t> Medical Data Generation would be useful for Testing, Creating Demonstration while maintaining Patient’s Privacy.</a:t>
            </a:r>
          </a:p>
          <a:p>
            <a:r>
              <a:rPr lang="en-AU" dirty="0"/>
              <a:t>Previously we would need to obtain data from site, which comes with issue with Patient’s Privacy and many approvals process which makes it difficult.</a:t>
            </a:r>
          </a:p>
          <a:p>
            <a:endParaRPr lang="en-AU" dirty="0"/>
          </a:p>
          <a:p>
            <a:pPr marL="0" marR="0" lvl="0" indent="0" algn="l" defTabSz="914400" rtl="0" eaLnBrk="1" fontAlgn="auto" latinLnBrk="0" hangingPunct="1">
              <a:lnSpc>
                <a:spcPct val="100000"/>
              </a:lnSpc>
              <a:spcBef>
                <a:spcPts val="0"/>
              </a:spcBef>
              <a:spcAft>
                <a:spcPts val="0"/>
              </a:spcAft>
              <a:buClrTx/>
              <a:buSzTx/>
              <a:buFontTx/>
              <a:buNone/>
              <a:tabLst/>
              <a:defRPr/>
            </a:pPr>
            <a:r>
              <a:rPr lang="en-AU" sz="1200" b="0" kern="1200" dirty="0">
                <a:solidFill>
                  <a:schemeClr val="tx1"/>
                </a:solidFill>
                <a:effectLst/>
                <a:latin typeface="+mn-lt"/>
                <a:ea typeface="+mn-ea"/>
                <a:cs typeface="+mn-cs"/>
              </a:rPr>
              <a:t>"Right, so here’s the thing—why bother with all this? Well, synthetic medical data is handy for loads of reasons. You can test systems, do demos, and keep patient privacy intact. You don’t want real patient details floating about, do you? That’s trouble waiting to happen. So, this way, you get realistic data without the compliance headaches. It’s like having a fake cake in a shop window—looks the part, does the job, but no one’s eating it. And let’s be honest, generating patient data manually can be quite cumbersome and time-consuming. Nobody wants to sit there typing out fake names and conditions all day, do they?"</a:t>
            </a:r>
          </a:p>
          <a:p>
            <a:endParaRPr lang="en-AU"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Project is about creating an AI agent to generate a synthetic medical data based on user prompt.</a:t>
            </a:r>
            <a:br>
              <a:rPr lang="en-AU" dirty="0"/>
            </a:br>
            <a:r>
              <a:rPr lang="en-AU" dirty="0"/>
              <a:t>AI agent would use RAG based approach on generating the data, equipped with web tools to DuckDuckGo, Wikipedia, PubMed and </a:t>
            </a:r>
            <a:r>
              <a:rPr lang="en-AU" dirty="0" err="1"/>
              <a:t>Arxciv</a:t>
            </a:r>
            <a:r>
              <a:rPr lang="en-AU" dirty="0"/>
              <a:t> to be able to gather relevant medical information while creating medical data.</a:t>
            </a:r>
          </a:p>
          <a:p>
            <a:r>
              <a:rPr lang="en-AU" dirty="0"/>
              <a:t>A simple web interface is given for demonstration purposes.</a:t>
            </a:r>
          </a:p>
          <a:p>
            <a:endParaRPr lang="en-AU" dirty="0"/>
          </a:p>
          <a:p>
            <a:pPr marL="0" marR="0" lvl="0" indent="0" algn="l" defTabSz="914400" rtl="0" eaLnBrk="1" fontAlgn="auto" latinLnBrk="0" hangingPunct="1">
              <a:lnSpc>
                <a:spcPct val="100000"/>
              </a:lnSpc>
              <a:spcBef>
                <a:spcPts val="0"/>
              </a:spcBef>
              <a:spcAft>
                <a:spcPts val="0"/>
              </a:spcAft>
              <a:buClrTx/>
              <a:buSzTx/>
              <a:buFontTx/>
              <a:buNone/>
              <a:tabLst/>
              <a:defRPr/>
            </a:pPr>
            <a:r>
              <a:rPr lang="en-AU" sz="1200" b="0" kern="1200" dirty="0">
                <a:solidFill>
                  <a:schemeClr val="tx1"/>
                </a:solidFill>
                <a:effectLst/>
                <a:latin typeface="+mn-lt"/>
                <a:ea typeface="+mn-ea"/>
                <a:cs typeface="+mn-cs"/>
              </a:rPr>
              <a:t>"Here’s what we’ve built: a Python app that generates synthetic patient data based on prompts. We’ve got an AI pipeline—fancy term, but basically it makes sure the data fits the context. And there’s a simple browser interface, so you don’t need to be a tech wizard to use it. Straightforward, really."</a:t>
            </a:r>
          </a:p>
          <a:p>
            <a:endParaRPr lang="en-AU"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17789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A05F5-3DF4-B184-9C76-81F08A2BE2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F692B1-2C84-992F-B3B9-22D7192A6AB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0DC5FA3-2169-1B3A-38F9-D21E8237CD2D}"/>
              </a:ext>
            </a:extLst>
          </p:cNvPr>
          <p:cNvSpPr>
            <a:spLocks noGrp="1"/>
          </p:cNvSpPr>
          <p:nvPr>
            <p:ph type="body" sz="quarter" idx="3"/>
          </p:nvPr>
        </p:nvSpPr>
        <p:spPr/>
        <p:txBody>
          <a:bodyPr/>
          <a:lstStyle/>
          <a:p>
            <a:r>
              <a:rPr lang="en-AU" dirty="0"/>
              <a:t>Technical Structure of the application, from getting user prompt to generating the output. Explain in details on how AI Agent would interact with User Prompt, Medical Context, the use of Vector and embeddings with the web tools.</a:t>
            </a:r>
          </a:p>
          <a:p>
            <a:endParaRPr lang="en-AU" dirty="0"/>
          </a:p>
          <a:p>
            <a:pPr marL="0" marR="0" lvl="0" indent="0" algn="l" defTabSz="914400" rtl="0" eaLnBrk="1" fontAlgn="auto" latinLnBrk="0" hangingPunct="1">
              <a:lnSpc>
                <a:spcPct val="100000"/>
              </a:lnSpc>
              <a:spcBef>
                <a:spcPts val="0"/>
              </a:spcBef>
              <a:spcAft>
                <a:spcPts val="0"/>
              </a:spcAft>
              <a:buClrTx/>
              <a:buSzTx/>
              <a:buFontTx/>
              <a:buNone/>
              <a:tabLst/>
              <a:defRPr/>
            </a:pPr>
            <a:r>
              <a:rPr lang="en-AU" sz="1200" b="0" kern="1200" dirty="0">
                <a:solidFill>
                  <a:schemeClr val="tx1"/>
                </a:solidFill>
                <a:effectLst/>
                <a:latin typeface="+mn-lt"/>
                <a:ea typeface="+mn-ea"/>
                <a:cs typeface="+mn-cs"/>
              </a:rPr>
              <a:t>"This is how it works: you type something into the web interface, the AI agent does its thinking using a RAG pipeline, grabs what it needs from a vector store, and then spits out synthetic data. Behind the scenes, there’s a bunch of web tools and prompts making sure it all runs smoothly. It’s like a little factory for fake medical info."</a:t>
            </a:r>
          </a:p>
          <a:p>
            <a:endParaRPr dirty="0"/>
          </a:p>
        </p:txBody>
      </p:sp>
      <p:sp>
        <p:nvSpPr>
          <p:cNvPr id="4" name="Slide Number Placeholder 3">
            <a:extLst>
              <a:ext uri="{FF2B5EF4-FFF2-40B4-BE49-F238E27FC236}">
                <a16:creationId xmlns:a16="http://schemas.microsoft.com/office/drawing/2014/main" id="{E8EAD659-899A-3EC7-6779-C02369C74183}"/>
              </a:ext>
            </a:extLst>
          </p:cNvPr>
          <p:cNvSpPr>
            <a:spLocks noGrp="1"/>
          </p:cNvSpPr>
          <p:nvPr>
            <p:ph type="sldNum" sz="quarter" idx="5"/>
          </p:nvPr>
        </p:nvSpPr>
        <p:spPr/>
      </p:sp>
    </p:spTree>
    <p:extLst>
      <p:ext uri="{BB962C8B-B14F-4D97-AF65-F5344CB8AC3E}">
        <p14:creationId xmlns:p14="http://schemas.microsoft.com/office/powerpoint/2010/main" val="6723586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Highlight files and explain what each one contributes.</a:t>
            </a:r>
            <a:endParaRPr lang="en-AU" dirty="0"/>
          </a:p>
          <a:p>
            <a:endParaRPr lang="en-AU" dirty="0"/>
          </a:p>
          <a:p>
            <a:pPr marL="0" marR="0" lvl="0" indent="0" algn="l" defTabSz="914400" rtl="0" eaLnBrk="1" fontAlgn="auto" latinLnBrk="0" hangingPunct="1">
              <a:lnSpc>
                <a:spcPct val="100000"/>
              </a:lnSpc>
              <a:spcBef>
                <a:spcPts val="0"/>
              </a:spcBef>
              <a:spcAft>
                <a:spcPts val="0"/>
              </a:spcAft>
              <a:buClrTx/>
              <a:buSzTx/>
              <a:buFontTx/>
              <a:buNone/>
              <a:tabLst/>
              <a:defRPr/>
            </a:pPr>
            <a:r>
              <a:rPr lang="en-AU" sz="1200" b="0" kern="1200" dirty="0">
                <a:solidFill>
                  <a:schemeClr val="tx1"/>
                </a:solidFill>
                <a:effectLst/>
                <a:latin typeface="+mn-lt"/>
                <a:ea typeface="+mn-ea"/>
                <a:cs typeface="+mn-cs"/>
              </a:rPr>
              <a:t>"Here are the main bits: rag_agent.py does the reasoning, vector_store.py handles retrieval, data_prep.py gets the data ready, web.py runs the interface, and main.py ties it all together. Each one’s got its job—like a team of tiny workers in your computer."</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Describe what the team struggled with and how they resolved issues.</a:t>
            </a:r>
            <a:endParaRPr lang="en-AU" dirty="0"/>
          </a:p>
          <a:p>
            <a:endParaRPr lang="en-AU" dirty="0"/>
          </a:p>
          <a:p>
            <a:pPr marL="0" marR="0" lvl="0" indent="0" algn="l" defTabSz="914400" rtl="0" eaLnBrk="1" fontAlgn="auto" latinLnBrk="0" hangingPunct="1">
              <a:lnSpc>
                <a:spcPct val="100000"/>
              </a:lnSpc>
              <a:spcBef>
                <a:spcPts val="0"/>
              </a:spcBef>
              <a:spcAft>
                <a:spcPts val="0"/>
              </a:spcAft>
              <a:buClrTx/>
              <a:buSzTx/>
              <a:buFontTx/>
              <a:buNone/>
              <a:tabLst/>
              <a:defRPr/>
            </a:pPr>
            <a:r>
              <a:rPr lang="en-AU" sz="1200" b="0" kern="1200" dirty="0">
                <a:solidFill>
                  <a:schemeClr val="tx1"/>
                </a:solidFill>
                <a:effectLst/>
                <a:latin typeface="+mn-lt"/>
                <a:ea typeface="+mn-ea"/>
                <a:cs typeface="+mn-cs"/>
              </a:rPr>
              <a:t>"We learned loads: how to prep data, how RAG models actually work, and how to build AI tools. Token limits were a pain—like trying to fit a sofa through a small door. Managing embeddings and vector storage was another tricky bit. And prompts? You’ve got to design them carefully for medical accuracy. Oh, and we built a simple UI that actually works. Plus, Copilot helped us along the way, which was handy."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0" kern="1200" dirty="0">
                <a:solidFill>
                  <a:schemeClr val="tx1"/>
                </a:solidFill>
                <a:effectLst/>
                <a:latin typeface="+mn-lt"/>
                <a:ea typeface="+mn-ea"/>
                <a:cs typeface="+mn-cs"/>
              </a:rPr>
              <a:t>"And now, the fun part—the demo. This is where you see it all come together. No smoke and mirrors, just the app doing its thing. </a:t>
            </a:r>
            <a:r>
              <a:rPr lang="en-AU" sz="1200" b="0" kern="1200">
                <a:solidFill>
                  <a:schemeClr val="tx1"/>
                </a:solidFill>
                <a:effectLst/>
                <a:latin typeface="+mn-lt"/>
                <a:ea typeface="+mn-ea"/>
                <a:cs typeface="+mn-cs"/>
              </a:rPr>
              <a:t>Let’s have a look."</a:t>
            </a:r>
          </a:p>
          <a:p>
            <a:endParaRPr lang="en-AU"/>
          </a:p>
        </p:txBody>
      </p:sp>
    </p:spTree>
    <p:extLst>
      <p:ext uri="{BB962C8B-B14F-4D97-AF65-F5344CB8AC3E}">
        <p14:creationId xmlns:p14="http://schemas.microsoft.com/office/powerpoint/2010/main" val="28178195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slideLayout" Target="../slideLayouts/slideLayout2.xml"/><Relationship Id="rId7" Type="http://schemas.openxmlformats.org/officeDocument/2006/relationships/diagramQuickStyle" Target="../diagrams/quickStyle1.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diagramLayout" Target="../diagrams/layout1.xml"/><Relationship Id="rId5" Type="http://schemas.openxmlformats.org/officeDocument/2006/relationships/diagramData" Target="../diagrams/data1.xml"/><Relationship Id="rId10" Type="http://schemas.openxmlformats.org/officeDocument/2006/relationships/image" Target="../media/image1.png"/><Relationship Id="rId4" Type="http://schemas.openxmlformats.org/officeDocument/2006/relationships/notesSlide" Target="../notesSlides/notesSlide2.xml"/><Relationship Id="rId9" Type="http://schemas.microsoft.com/office/2007/relationships/diagramDrawing" Target="../diagrams/drawing1.xml"/></Relationships>
</file>

<file path=ppt/slides/_rels/slide3.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slideLayout" Target="../slideLayouts/slideLayout2.xml"/><Relationship Id="rId7" Type="http://schemas.openxmlformats.org/officeDocument/2006/relationships/diagramQuickStyle" Target="../diagrams/quickStyle2.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diagramLayout" Target="../diagrams/layout2.xml"/><Relationship Id="rId5" Type="http://schemas.openxmlformats.org/officeDocument/2006/relationships/diagramData" Target="../diagrams/data2.xml"/><Relationship Id="rId10" Type="http://schemas.openxmlformats.org/officeDocument/2006/relationships/image" Target="../media/image1.png"/><Relationship Id="rId4" Type="http://schemas.openxmlformats.org/officeDocument/2006/relationships/notesSlide" Target="../notesSlides/notesSlide3.xml"/><Relationship Id="rId9" Type="http://schemas.microsoft.com/office/2007/relationships/diagramDrawing" Target="../diagrams/drawing2.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3.xml"/><Relationship Id="rId3" Type="http://schemas.openxmlformats.org/officeDocument/2006/relationships/slideLayout" Target="../slideLayouts/slideLayout2.xml"/><Relationship Id="rId7" Type="http://schemas.openxmlformats.org/officeDocument/2006/relationships/diagramQuickStyle" Target="../diagrams/quickStyle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diagramLayout" Target="../diagrams/layout3.xml"/><Relationship Id="rId5" Type="http://schemas.openxmlformats.org/officeDocument/2006/relationships/diagramData" Target="../diagrams/data3.xml"/><Relationship Id="rId10" Type="http://schemas.openxmlformats.org/officeDocument/2006/relationships/image" Target="../media/image1.png"/><Relationship Id="rId4" Type="http://schemas.openxmlformats.org/officeDocument/2006/relationships/notesSlide" Target="../notesSlides/notesSlide5.xml"/><Relationship Id="rId9" Type="http://schemas.microsoft.com/office/2007/relationships/diagramDrawing" Target="../diagrams/drawing3.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png"/><Relationship Id="rId5" Type="http://schemas.openxmlformats.org/officeDocument/2006/relationships/image" Target="../media/image22.png"/><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p:nvPr>
        </p:nvSpPr>
        <p:spPr>
          <a:xfrm>
            <a:off x="986118" y="735106"/>
            <a:ext cx="7540322" cy="2928470"/>
          </a:xfrm>
        </p:spPr>
        <p:txBody>
          <a:bodyPr anchor="b">
            <a:normAutofit/>
          </a:bodyPr>
          <a:lstStyle/>
          <a:p>
            <a:pPr algn="l"/>
            <a:r>
              <a:rPr lang="en-AU" sz="4200" dirty="0">
                <a:solidFill>
                  <a:srgbClr val="FFFFFF"/>
                </a:solidFill>
                <a:latin typeface="Calibri"/>
              </a:rPr>
              <a:t>AI-Powered Synthetic Medical Data Generator</a:t>
            </a:r>
          </a:p>
        </p:txBody>
      </p:sp>
      <p:sp>
        <p:nvSpPr>
          <p:cNvPr id="3" name="Subtitle 2"/>
          <p:cNvSpPr>
            <a:spLocks noGrp="1"/>
          </p:cNvSpPr>
          <p:nvPr>
            <p:ph type="subTitle" idx="1"/>
          </p:nvPr>
        </p:nvSpPr>
        <p:spPr>
          <a:xfrm>
            <a:off x="986118" y="4734325"/>
            <a:ext cx="7504463" cy="1458258"/>
          </a:xfrm>
        </p:spPr>
        <p:txBody>
          <a:bodyPr anchor="ctr">
            <a:normAutofit/>
          </a:bodyPr>
          <a:lstStyle/>
          <a:p>
            <a:pPr algn="l">
              <a:lnSpc>
                <a:spcPct val="90000"/>
              </a:lnSpc>
            </a:pPr>
            <a:r>
              <a:rPr lang="en-AU" sz="1500" b="1" dirty="0">
                <a:latin typeface="Calibri"/>
              </a:rPr>
              <a:t>Final Project Presentation</a:t>
            </a:r>
          </a:p>
          <a:p>
            <a:pPr algn="l">
              <a:lnSpc>
                <a:spcPct val="90000"/>
              </a:lnSpc>
            </a:pPr>
            <a:r>
              <a:rPr lang="en-AU" sz="1500" dirty="0">
                <a:latin typeface="Calibri"/>
              </a:rPr>
              <a:t>Daimond Hidris</a:t>
            </a:r>
          </a:p>
          <a:p>
            <a:pPr algn="l">
              <a:lnSpc>
                <a:spcPct val="90000"/>
              </a:lnSpc>
            </a:pPr>
            <a:r>
              <a:rPr lang="en-AU" sz="1500" dirty="0">
                <a:latin typeface="Calibri"/>
              </a:rPr>
              <a:t>Denise Lai</a:t>
            </a:r>
          </a:p>
          <a:p>
            <a:pPr algn="l">
              <a:lnSpc>
                <a:spcPct val="90000"/>
              </a:lnSpc>
            </a:pPr>
            <a:r>
              <a:rPr lang="en-AU" sz="1500" dirty="0">
                <a:latin typeface="Calibri"/>
              </a:rPr>
              <a:t>John Hart</a:t>
            </a:r>
          </a:p>
          <a:p>
            <a:pPr algn="l">
              <a:lnSpc>
                <a:spcPct val="90000"/>
              </a:lnSpc>
            </a:pPr>
            <a:r>
              <a:rPr lang="en-AU" sz="1500" dirty="0">
                <a:latin typeface="Calibri"/>
              </a:rPr>
              <a:t>Jolyon Smith</a:t>
            </a:r>
          </a:p>
        </p:txBody>
      </p:sp>
      <p:pic>
        <p:nvPicPr>
          <p:cNvPr id="4" name="slide_1_narration_v2">
            <a:hlinkClick r:id="" action="ppaction://media"/>
            <a:extLst>
              <a:ext uri="{FF2B5EF4-FFF2-40B4-BE49-F238E27FC236}">
                <a16:creationId xmlns:a16="http://schemas.microsoft.com/office/drawing/2014/main" id="{359404CB-9F44-C85F-3371-53E433498D4C}"/>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549188" y="283708"/>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806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4"/>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028697" y="348865"/>
            <a:ext cx="7533018" cy="877729"/>
          </a:xfrm>
        </p:spPr>
        <p:txBody>
          <a:bodyPr anchor="ctr">
            <a:normAutofit/>
          </a:bodyPr>
          <a:lstStyle/>
          <a:p>
            <a:r>
              <a:rPr lang="en-AU" sz="3500" dirty="0">
                <a:solidFill>
                  <a:srgbClr val="FFFFFF"/>
                </a:solidFill>
                <a:latin typeface="Calibri"/>
              </a:rPr>
              <a:t>The Why</a:t>
            </a:r>
          </a:p>
        </p:txBody>
      </p:sp>
      <p:graphicFrame>
        <p:nvGraphicFramePr>
          <p:cNvPr id="21" name="Content Placeholder 2">
            <a:extLst>
              <a:ext uri="{FF2B5EF4-FFF2-40B4-BE49-F238E27FC236}">
                <a16:creationId xmlns:a16="http://schemas.microsoft.com/office/drawing/2014/main" id="{DA546AFA-2DE6-A968-4392-85693662AEE4}"/>
              </a:ext>
            </a:extLst>
          </p:cNvPr>
          <p:cNvGraphicFramePr>
            <a:graphicFrameLocks noGrp="1"/>
          </p:cNvGraphicFramePr>
          <p:nvPr>
            <p:ph idx="1"/>
            <p:extLst>
              <p:ext uri="{D42A27DB-BD31-4B8C-83A1-F6EECF244321}">
                <p14:modId xmlns:p14="http://schemas.microsoft.com/office/powerpoint/2010/main" val="2203457347"/>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7" name="slide_3_narration_v2">
            <a:hlinkClick r:id="" action="ppaction://media"/>
            <a:extLst>
              <a:ext uri="{FF2B5EF4-FFF2-40B4-BE49-F238E27FC236}">
                <a16:creationId xmlns:a16="http://schemas.microsoft.com/office/drawing/2014/main" id="{7EE7F364-EDBA-2129-B435-76D62A8930D5}"/>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8395657" y="329094"/>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04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7"/>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028697" y="348865"/>
            <a:ext cx="7533018" cy="877729"/>
          </a:xfrm>
        </p:spPr>
        <p:txBody>
          <a:bodyPr anchor="ctr">
            <a:normAutofit/>
          </a:bodyPr>
          <a:lstStyle/>
          <a:p>
            <a:r>
              <a:rPr lang="en-AU" sz="3500">
                <a:solidFill>
                  <a:srgbClr val="FFFFFF"/>
                </a:solidFill>
                <a:latin typeface="Calibri"/>
              </a:rPr>
              <a:t>Project Overview</a:t>
            </a:r>
          </a:p>
        </p:txBody>
      </p:sp>
      <p:graphicFrame>
        <p:nvGraphicFramePr>
          <p:cNvPr id="21" name="Content Placeholder 2">
            <a:extLst>
              <a:ext uri="{FF2B5EF4-FFF2-40B4-BE49-F238E27FC236}">
                <a16:creationId xmlns:a16="http://schemas.microsoft.com/office/drawing/2014/main" id="{DA546AFA-2DE6-A968-4392-85693662AEE4}"/>
              </a:ext>
            </a:extLst>
          </p:cNvPr>
          <p:cNvGraphicFramePr>
            <a:graphicFrameLocks noGrp="1"/>
          </p:cNvGraphicFramePr>
          <p:nvPr>
            <p:ph idx="1"/>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3" name="slide_3_narration_v2">
            <a:hlinkClick r:id="" action="ppaction://media"/>
            <a:extLst>
              <a:ext uri="{FF2B5EF4-FFF2-40B4-BE49-F238E27FC236}">
                <a16:creationId xmlns:a16="http://schemas.microsoft.com/office/drawing/2014/main" id="{8CBAB53D-53E6-3B2C-7F13-0CE4CFCC9E89}"/>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8526513" y="400216"/>
            <a:ext cx="304800" cy="304800"/>
          </a:xfrm>
          <a:prstGeom prst="rect">
            <a:avLst/>
          </a:prstGeom>
        </p:spPr>
      </p:pic>
    </p:spTree>
    <p:extLst>
      <p:ext uri="{BB962C8B-B14F-4D97-AF65-F5344CB8AC3E}">
        <p14:creationId xmlns:p14="http://schemas.microsoft.com/office/powerpoint/2010/main" val="617408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16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C1988A-91DB-F0C7-B2BE-FC1F8BB2C31E}"/>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C81B1944-71BA-923C-9CFF-C0DC96B8AA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662A203-820A-FE62-8961-1FD7B60EB5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6924FE6-B321-E5B4-EFED-999FC5C6B8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3B00AEE-C828-A897-A35E-9A9C68ACF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550BEC3-D7BB-5D89-8CAB-1E53E82964FA}"/>
              </a:ext>
            </a:extLst>
          </p:cNvPr>
          <p:cNvSpPr>
            <a:spLocks noGrp="1"/>
          </p:cNvSpPr>
          <p:nvPr>
            <p:ph type="title"/>
          </p:nvPr>
        </p:nvSpPr>
        <p:spPr>
          <a:xfrm>
            <a:off x="1028697" y="348865"/>
            <a:ext cx="7533018" cy="877729"/>
          </a:xfrm>
        </p:spPr>
        <p:txBody>
          <a:bodyPr anchor="ctr">
            <a:normAutofit/>
          </a:bodyPr>
          <a:lstStyle/>
          <a:p>
            <a:r>
              <a:rPr lang="en-AU" sz="3500" dirty="0">
                <a:solidFill>
                  <a:srgbClr val="FFFFFF"/>
                </a:solidFill>
                <a:latin typeface="Calibri"/>
              </a:rPr>
              <a:t>System Architecture</a:t>
            </a:r>
          </a:p>
        </p:txBody>
      </p:sp>
      <p:sp>
        <p:nvSpPr>
          <p:cNvPr id="16" name="Rectangle 15">
            <a:extLst>
              <a:ext uri="{FF2B5EF4-FFF2-40B4-BE49-F238E27FC236}">
                <a16:creationId xmlns:a16="http://schemas.microsoft.com/office/drawing/2014/main" id="{82987C7B-3656-653E-B0C1-C8C54FFB2C36}"/>
              </a:ext>
            </a:extLst>
          </p:cNvPr>
          <p:cNvSpPr/>
          <p:nvPr/>
        </p:nvSpPr>
        <p:spPr>
          <a:xfrm>
            <a:off x="5396024" y="1724396"/>
            <a:ext cx="3439633" cy="480591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a:p>
        </p:txBody>
      </p:sp>
      <p:sp>
        <p:nvSpPr>
          <p:cNvPr id="5" name="Rounded Rectangle 2"/>
          <p:cNvSpPr/>
          <p:nvPr/>
        </p:nvSpPr>
        <p:spPr>
          <a:xfrm>
            <a:off x="409357" y="1924820"/>
            <a:ext cx="411480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0070C0"/>
                </a:solidFill>
                <a:latin typeface="Calibri"/>
              </a:rPr>
              <a:t>Web UI (Input)</a:t>
            </a:r>
          </a:p>
        </p:txBody>
      </p:sp>
      <p:sp>
        <p:nvSpPr>
          <p:cNvPr id="6" name="Rounded Rectangle 3"/>
          <p:cNvSpPr/>
          <p:nvPr/>
        </p:nvSpPr>
        <p:spPr>
          <a:xfrm>
            <a:off x="409357" y="3742241"/>
            <a:ext cx="411480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dirty="0">
                <a:solidFill>
                  <a:srgbClr val="0070C0"/>
                </a:solidFill>
                <a:latin typeface="Calibri"/>
              </a:rPr>
              <a:t>AI Agent (RAG Processing)</a:t>
            </a:r>
          </a:p>
        </p:txBody>
      </p:sp>
      <p:sp>
        <p:nvSpPr>
          <p:cNvPr id="7" name="Rounded Rectangle 4"/>
          <p:cNvSpPr/>
          <p:nvPr/>
        </p:nvSpPr>
        <p:spPr>
          <a:xfrm>
            <a:off x="5932973" y="3664838"/>
            <a:ext cx="258371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dirty="0">
                <a:solidFill>
                  <a:srgbClr val="0070C0"/>
                </a:solidFill>
                <a:latin typeface="Calibri"/>
              </a:rPr>
              <a:t>Vector Store (Retrieval)</a:t>
            </a:r>
          </a:p>
        </p:txBody>
      </p:sp>
      <p:sp>
        <p:nvSpPr>
          <p:cNvPr id="8" name="Rounded Rectangle 5"/>
          <p:cNvSpPr/>
          <p:nvPr/>
        </p:nvSpPr>
        <p:spPr>
          <a:xfrm>
            <a:off x="409357" y="5556575"/>
            <a:ext cx="411480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dirty="0">
                <a:solidFill>
                  <a:srgbClr val="0070C0"/>
                </a:solidFill>
                <a:latin typeface="Calibri"/>
              </a:rPr>
              <a:t>Synthetic Data Generator (Output)</a:t>
            </a:r>
          </a:p>
        </p:txBody>
      </p:sp>
      <p:sp>
        <p:nvSpPr>
          <p:cNvPr id="10" name="Rounded Rectangle 4">
            <a:extLst>
              <a:ext uri="{FF2B5EF4-FFF2-40B4-BE49-F238E27FC236}">
                <a16:creationId xmlns:a16="http://schemas.microsoft.com/office/drawing/2014/main" id="{69A9378A-0D0D-DBCD-CC3E-CDC3B86CC11C}"/>
              </a:ext>
            </a:extLst>
          </p:cNvPr>
          <p:cNvSpPr/>
          <p:nvPr/>
        </p:nvSpPr>
        <p:spPr>
          <a:xfrm>
            <a:off x="5932973" y="5165838"/>
            <a:ext cx="2626238" cy="95735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AU" sz="2400" dirty="0">
                <a:solidFill>
                  <a:srgbClr val="0070C0"/>
                </a:solidFill>
                <a:latin typeface="Calibri"/>
              </a:rPr>
              <a:t>Web Tools</a:t>
            </a:r>
            <a:endParaRPr sz="2400" dirty="0">
              <a:solidFill>
                <a:srgbClr val="0070C0"/>
              </a:solidFill>
              <a:latin typeface="Calibri"/>
            </a:endParaRPr>
          </a:p>
        </p:txBody>
      </p:sp>
      <p:sp>
        <p:nvSpPr>
          <p:cNvPr id="13" name="Arrow: Down 12">
            <a:extLst>
              <a:ext uri="{FF2B5EF4-FFF2-40B4-BE49-F238E27FC236}">
                <a16:creationId xmlns:a16="http://schemas.microsoft.com/office/drawing/2014/main" id="{0A45D72B-CB43-C816-43FF-B01148A03E74}"/>
              </a:ext>
            </a:extLst>
          </p:cNvPr>
          <p:cNvSpPr/>
          <p:nvPr/>
        </p:nvSpPr>
        <p:spPr>
          <a:xfrm>
            <a:off x="2278027" y="2839220"/>
            <a:ext cx="632635" cy="91440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a:p>
        </p:txBody>
      </p:sp>
      <p:sp>
        <p:nvSpPr>
          <p:cNvPr id="14" name="Arrow: Down 13">
            <a:extLst>
              <a:ext uri="{FF2B5EF4-FFF2-40B4-BE49-F238E27FC236}">
                <a16:creationId xmlns:a16="http://schemas.microsoft.com/office/drawing/2014/main" id="{8EBD785D-6775-85E3-3D6D-B54A37D5BE08}"/>
              </a:ext>
            </a:extLst>
          </p:cNvPr>
          <p:cNvSpPr/>
          <p:nvPr/>
        </p:nvSpPr>
        <p:spPr>
          <a:xfrm>
            <a:off x="2278026" y="4645262"/>
            <a:ext cx="632635" cy="91440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a:p>
        </p:txBody>
      </p:sp>
      <p:sp>
        <p:nvSpPr>
          <p:cNvPr id="9" name="Arrow: Left-Right 8">
            <a:extLst>
              <a:ext uri="{FF2B5EF4-FFF2-40B4-BE49-F238E27FC236}">
                <a16:creationId xmlns:a16="http://schemas.microsoft.com/office/drawing/2014/main" id="{92DA6C8E-EE95-31DD-755E-D8197D30BEED}"/>
              </a:ext>
            </a:extLst>
          </p:cNvPr>
          <p:cNvSpPr/>
          <p:nvPr/>
        </p:nvSpPr>
        <p:spPr>
          <a:xfrm>
            <a:off x="4524157" y="3977911"/>
            <a:ext cx="871867" cy="443060"/>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a:p>
        </p:txBody>
      </p:sp>
      <p:sp>
        <p:nvSpPr>
          <p:cNvPr id="11" name="Rounded Rectangle 4">
            <a:extLst>
              <a:ext uri="{FF2B5EF4-FFF2-40B4-BE49-F238E27FC236}">
                <a16:creationId xmlns:a16="http://schemas.microsoft.com/office/drawing/2014/main" id="{DA838A5B-8C53-25E7-9C77-9B0B67FF7481}"/>
              </a:ext>
            </a:extLst>
          </p:cNvPr>
          <p:cNvSpPr/>
          <p:nvPr/>
        </p:nvSpPr>
        <p:spPr>
          <a:xfrm>
            <a:off x="5823985" y="1908236"/>
            <a:ext cx="2583710" cy="914400"/>
          </a:xfrm>
          <a:prstGeom prst="roundRect">
            <a:avLst/>
          </a:prstGeom>
          <a:solidFill>
            <a:srgbClr val="C6E0FF"/>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AU" sz="2400" dirty="0">
                <a:solidFill>
                  <a:srgbClr val="0070C0"/>
                </a:solidFill>
                <a:latin typeface="Calibri"/>
              </a:rPr>
              <a:t>System Prompt</a:t>
            </a:r>
            <a:endParaRPr sz="2400" dirty="0">
              <a:solidFill>
                <a:srgbClr val="0070C0"/>
              </a:solidFill>
              <a:latin typeface="Calibri"/>
            </a:endParaRPr>
          </a:p>
        </p:txBody>
      </p:sp>
      <p:pic>
        <p:nvPicPr>
          <p:cNvPr id="21" name="slide_4_narration_v2">
            <a:hlinkClick r:id="" action="ppaction://media"/>
            <a:extLst>
              <a:ext uri="{FF2B5EF4-FFF2-40B4-BE49-F238E27FC236}">
                <a16:creationId xmlns:a16="http://schemas.microsoft.com/office/drawing/2014/main" id="{4F33D025-E431-3DBA-0FF6-4774E91E8157}"/>
              </a:ext>
            </a:extLst>
          </p:cNvPr>
          <p:cNvPicPr>
            <a:picLocks noGrp="1" noChangeAspect="1"/>
          </p:cNvPicPr>
          <p:nvPr>
            <p:ph idx="1"/>
            <a:audioFile r:link="rId2"/>
            <p:extLst>
              <p:ext uri="{DAA4B4D4-6D71-4841-9C94-3DE7FCFB9230}">
                <p14:media xmlns:p14="http://schemas.microsoft.com/office/powerpoint/2010/main" r:embed="rId1"/>
              </p:ext>
            </p:extLst>
          </p:nvPr>
        </p:nvPicPr>
        <p:blipFill>
          <a:blip r:embed="rId5"/>
          <a:stretch>
            <a:fillRect/>
          </a:stretch>
        </p:blipFill>
        <p:spPr>
          <a:xfrm>
            <a:off x="8516683" y="263998"/>
            <a:ext cx="304800" cy="304800"/>
          </a:xfrm>
        </p:spPr>
      </p:pic>
    </p:spTree>
    <p:extLst>
      <p:ext uri="{BB962C8B-B14F-4D97-AF65-F5344CB8AC3E}">
        <p14:creationId xmlns:p14="http://schemas.microsoft.com/office/powerpoint/2010/main" val="968081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27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2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028697" y="348865"/>
            <a:ext cx="7533018" cy="877729"/>
          </a:xfrm>
        </p:spPr>
        <p:txBody>
          <a:bodyPr anchor="ctr">
            <a:normAutofit/>
          </a:bodyPr>
          <a:lstStyle/>
          <a:p>
            <a:r>
              <a:rPr lang="en-AU" sz="3500">
                <a:solidFill>
                  <a:srgbClr val="FFFFFF"/>
                </a:solidFill>
                <a:latin typeface="Calibri"/>
              </a:rPr>
              <a:t>Technical Components</a:t>
            </a:r>
          </a:p>
        </p:txBody>
      </p:sp>
      <p:graphicFrame>
        <p:nvGraphicFramePr>
          <p:cNvPr id="21" name="Content Placeholder 2">
            <a:extLst>
              <a:ext uri="{FF2B5EF4-FFF2-40B4-BE49-F238E27FC236}">
                <a16:creationId xmlns:a16="http://schemas.microsoft.com/office/drawing/2014/main" id="{E355D8E2-DD61-DCE3-B0E5-84121AF5F3BA}"/>
              </a:ext>
            </a:extLst>
          </p:cNvPr>
          <p:cNvGraphicFramePr>
            <a:graphicFrameLocks noGrp="1"/>
          </p:cNvGraphicFramePr>
          <p:nvPr>
            <p:ph idx="1"/>
            <p:extLst>
              <p:ext uri="{D42A27DB-BD31-4B8C-83A1-F6EECF244321}">
                <p14:modId xmlns:p14="http://schemas.microsoft.com/office/powerpoint/2010/main" val="2579630927"/>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3" name="slide_5_narration_v2">
            <a:hlinkClick r:id="" action="ppaction://media"/>
            <a:extLst>
              <a:ext uri="{FF2B5EF4-FFF2-40B4-BE49-F238E27FC236}">
                <a16:creationId xmlns:a16="http://schemas.microsoft.com/office/drawing/2014/main" id="{5EEAC384-AC45-DB12-06BD-4726C4E42111}"/>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8526513" y="247816"/>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54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699" y="294538"/>
            <a:ext cx="7421963" cy="1033669"/>
          </a:xfrm>
        </p:spPr>
        <p:txBody>
          <a:bodyPr>
            <a:normAutofit/>
          </a:bodyPr>
          <a:lstStyle/>
          <a:p>
            <a:r>
              <a:rPr lang="en-AU" sz="3500">
                <a:solidFill>
                  <a:srgbClr val="FFFFFF"/>
                </a:solidFill>
                <a:latin typeface="Calibri"/>
              </a:rPr>
              <a:t>Challenges and Lessons Learned</a:t>
            </a:r>
          </a:p>
        </p:txBody>
      </p:sp>
      <p:sp>
        <p:nvSpPr>
          <p:cNvPr id="3" name="Content Placeholder 2"/>
          <p:cNvSpPr>
            <a:spLocks noGrp="1"/>
          </p:cNvSpPr>
          <p:nvPr>
            <p:ph idx="1"/>
          </p:nvPr>
        </p:nvSpPr>
        <p:spPr>
          <a:xfrm>
            <a:off x="925486" y="2148076"/>
            <a:ext cx="7628407" cy="3683358"/>
          </a:xfrm>
        </p:spPr>
        <p:txBody>
          <a:bodyPr anchor="ctr">
            <a:noAutofit/>
          </a:bodyPr>
          <a:lstStyle/>
          <a:p>
            <a:r>
              <a:rPr lang="en-AU" sz="2400" dirty="0">
                <a:latin typeface="+mj-lt"/>
              </a:rPr>
              <a:t>Learned Data Preparation. </a:t>
            </a:r>
          </a:p>
          <a:p>
            <a:r>
              <a:rPr lang="en-AU" sz="2400" dirty="0">
                <a:latin typeface="+mj-lt"/>
              </a:rPr>
              <a:t>Learning how RAG models work.</a:t>
            </a:r>
          </a:p>
          <a:p>
            <a:r>
              <a:rPr lang="en-AU" sz="2400" dirty="0">
                <a:latin typeface="+mj-lt"/>
              </a:rPr>
              <a:t>Learned how to build AI Agent tools.</a:t>
            </a:r>
          </a:p>
          <a:p>
            <a:r>
              <a:rPr lang="en-AU" sz="2400" dirty="0">
                <a:latin typeface="+mj-lt"/>
              </a:rPr>
              <a:t>Managing token limits when uploading the context data.</a:t>
            </a:r>
          </a:p>
          <a:p>
            <a:r>
              <a:rPr lang="en-AU" sz="2400" dirty="0">
                <a:latin typeface="+mj-lt"/>
              </a:rPr>
              <a:t>Managing embeddings and vector storage.</a:t>
            </a:r>
          </a:p>
          <a:p>
            <a:r>
              <a:rPr lang="en-AU" sz="2400" dirty="0">
                <a:latin typeface="+mj-lt"/>
              </a:rPr>
              <a:t>Designing prompts for medical accuracy.</a:t>
            </a:r>
          </a:p>
          <a:p>
            <a:r>
              <a:rPr lang="en-AU" sz="2400" dirty="0">
                <a:latin typeface="+mj-lt"/>
              </a:rPr>
              <a:t>Building a simple functional UI.</a:t>
            </a:r>
          </a:p>
          <a:p>
            <a:r>
              <a:rPr lang="en-AU" sz="2400" dirty="0">
                <a:latin typeface="+mj-lt"/>
              </a:rPr>
              <a:t>Learned how Copilot can be used to help us.</a:t>
            </a:r>
          </a:p>
        </p:txBody>
      </p:sp>
      <p:pic>
        <p:nvPicPr>
          <p:cNvPr id="5" name="slide_6_narration_v2">
            <a:hlinkClick r:id="" action="ppaction://media"/>
            <a:extLst>
              <a:ext uri="{FF2B5EF4-FFF2-40B4-BE49-F238E27FC236}">
                <a16:creationId xmlns:a16="http://schemas.microsoft.com/office/drawing/2014/main" id="{90F47929-C2E0-5857-6B88-36612BC851B0}"/>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492529" y="257007"/>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3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5"/>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41DE98-F68E-FC03-B7BF-6995C83C3E48}"/>
              </a:ext>
            </a:extLst>
          </p:cNvPr>
          <p:cNvSpPr>
            <a:spLocks noGrp="1"/>
          </p:cNvSpPr>
          <p:nvPr>
            <p:ph type="title"/>
          </p:nvPr>
        </p:nvSpPr>
        <p:spPr>
          <a:xfrm>
            <a:off x="524784" y="248038"/>
            <a:ext cx="5297791" cy="1159200"/>
          </a:xfrm>
        </p:spPr>
        <p:txBody>
          <a:bodyPr vert="horz" lIns="91440" tIns="45720" rIns="91440" bIns="45720" rtlCol="0" anchor="ctr">
            <a:normAutofit/>
          </a:bodyPr>
          <a:lstStyle/>
          <a:p>
            <a:pPr algn="l" defTabSz="914400">
              <a:lnSpc>
                <a:spcPct val="90000"/>
              </a:lnSpc>
            </a:pPr>
            <a:r>
              <a:rPr lang="en-US" sz="3500" kern="1200">
                <a:solidFill>
                  <a:srgbClr val="FFFFFF"/>
                </a:solidFill>
                <a:latin typeface="+mj-lt"/>
                <a:ea typeface="+mj-ea"/>
                <a:cs typeface="+mj-cs"/>
              </a:rPr>
              <a:t>Demonstration</a:t>
            </a:r>
          </a:p>
        </p:txBody>
      </p:sp>
      <p:pic>
        <p:nvPicPr>
          <p:cNvPr id="5" name="Content Placeholder 4">
            <a:extLst>
              <a:ext uri="{FF2B5EF4-FFF2-40B4-BE49-F238E27FC236}">
                <a16:creationId xmlns:a16="http://schemas.microsoft.com/office/drawing/2014/main" id="{C9E5A490-3BAB-81A7-61D1-DDBBF41039AD}"/>
              </a:ext>
            </a:extLst>
          </p:cNvPr>
          <p:cNvPicPr>
            <a:picLocks noGrp="1" noChangeAspect="1"/>
          </p:cNvPicPr>
          <p:nvPr>
            <p:ph idx="1"/>
          </p:nvPr>
        </p:nvPicPr>
        <p:blipFill>
          <a:blip r:embed="rId5"/>
          <a:stretch>
            <a:fillRect/>
          </a:stretch>
        </p:blipFill>
        <p:spPr>
          <a:xfrm>
            <a:off x="324168" y="2036598"/>
            <a:ext cx="8495662" cy="4311550"/>
          </a:xfrm>
          <a:prstGeom prst="rect">
            <a:avLst/>
          </a:prstGeom>
        </p:spPr>
      </p:pic>
      <p:pic>
        <p:nvPicPr>
          <p:cNvPr id="3" name="slide_7_narration_v2">
            <a:hlinkClick r:id="" action="ppaction://media"/>
            <a:extLst>
              <a:ext uri="{FF2B5EF4-FFF2-40B4-BE49-F238E27FC236}">
                <a16:creationId xmlns:a16="http://schemas.microsoft.com/office/drawing/2014/main" id="{E6B96822-C674-5081-718A-DFC331EBFBB2}"/>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8619216" y="264064"/>
            <a:ext cx="304800" cy="304800"/>
          </a:xfrm>
          <a:prstGeom prst="rect">
            <a:avLst/>
          </a:prstGeom>
        </p:spPr>
      </p:pic>
    </p:spTree>
    <p:extLst>
      <p:ext uri="{BB962C8B-B14F-4D97-AF65-F5344CB8AC3E}">
        <p14:creationId xmlns:p14="http://schemas.microsoft.com/office/powerpoint/2010/main" val="292338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216"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3"/>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174</TotalTime>
  <Words>899</Words>
  <Application>Microsoft Office PowerPoint</Application>
  <PresentationFormat>On-screen Show (4:3)</PresentationFormat>
  <Paragraphs>58</Paragraphs>
  <Slides>7</Slides>
  <Notes>7</Notes>
  <HiddenSlides>0</HiddenSlides>
  <MMClips>7</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AI-Powered Synthetic Medical Data Generator</vt:lpstr>
      <vt:lpstr>The Why</vt:lpstr>
      <vt:lpstr>Project Overview</vt:lpstr>
      <vt:lpstr>System Architecture</vt:lpstr>
      <vt:lpstr>Technical Components</vt:lpstr>
      <vt:lpstr>Challenges and Lessons Learned</vt:lpstr>
      <vt:lpstr>Demonstration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Daimond Hidris</cp:lastModifiedBy>
  <cp:revision>14</cp:revision>
  <dcterms:created xsi:type="dcterms:W3CDTF">2013-01-27T09:14:16Z</dcterms:created>
  <dcterms:modified xsi:type="dcterms:W3CDTF">2025-12-02T02:22:36Z</dcterms:modified>
  <cp:category/>
</cp:coreProperties>
</file>