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64" r:id="rId4"/>
    <p:sldId id="263" r:id="rId5"/>
    <p:sldId id="260" r:id="rId6"/>
    <p:sldId id="261" r:id="rId7"/>
    <p:sldId id="262" r:id="rId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2878" autoAdjust="0"/>
  </p:normalViewPr>
  <p:slideViewPr>
    <p:cSldViewPr snapToGrid="0" snapToObjects="1">
      <p:cViewPr>
        <p:scale>
          <a:sx n="70" d="100"/>
          <a:sy n="70" d="100"/>
        </p:scale>
        <p:origin x="1173" y="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svg"/><Relationship Id="rId1" Type="http://schemas.openxmlformats.org/officeDocument/2006/relationships/image" Target="../media/image2.png"/><Relationship Id="rId5" Type="http://schemas.openxmlformats.org/officeDocument/2006/relationships/hyperlink" Target="https://www.cato.org/policy-analysis/right-financial-privacy" TargetMode="External"/><Relationship Id="rId4" Type="http://schemas.openxmlformats.org/officeDocument/2006/relationships/image" Target="../media/image5.jpg"/></Relationships>
</file>

<file path=ppt/diagrams/_rels/data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svg"/><Relationship Id="rId1" Type="http://schemas.openxmlformats.org/officeDocument/2006/relationships/image" Target="../media/image2.png"/><Relationship Id="rId5" Type="http://schemas.openxmlformats.org/officeDocument/2006/relationships/hyperlink" Target="https://www.cato.org/policy-analysis/right-financial-privacy" TargetMode="External"/><Relationship Id="rId4" Type="http://schemas.openxmlformats.org/officeDocument/2006/relationships/image" Target="../media/image5.jpg"/></Relationships>
</file>

<file path=ppt/diagrams/_rels/drawing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colors1.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A582B6C-A846-4ADA-8795-5E5B8C2E9E04}" type="doc">
      <dgm:prSet loTypeId="urn:microsoft.com/office/officeart/2018/2/layout/IconLabelList" loCatId="icon" qsTypeId="urn:microsoft.com/office/officeart/2005/8/quickstyle/simple1" qsCatId="simple" csTypeId="urn:microsoft.com/office/officeart/2018/5/colors/Iconchunking_neutralbg_colorful5" csCatId="colorful" phldr="1"/>
      <dgm:spPr/>
      <dgm:t>
        <a:bodyPr/>
        <a:lstStyle/>
        <a:p>
          <a:endParaRPr lang="en-US"/>
        </a:p>
      </dgm:t>
    </dgm:pt>
    <dgm:pt modelId="{73562F0B-5EBF-4A5A-8502-D4A82A6C72F7}">
      <dgm:prSet/>
      <dgm:spPr/>
      <dgm:t>
        <a:bodyPr/>
        <a:lstStyle/>
        <a:p>
          <a:pPr>
            <a:lnSpc>
              <a:spcPct val="100000"/>
            </a:lnSpc>
          </a:pPr>
          <a:r>
            <a:rPr lang="en-AU" dirty="0"/>
            <a:t>Testing</a:t>
          </a:r>
        </a:p>
      </dgm:t>
    </dgm:pt>
    <dgm:pt modelId="{B10B5A38-B95C-44D2-AACE-B987EFC32691}" type="parTrans" cxnId="{1FF08C83-9F10-40B8-8AD2-6F6EABAC2843}">
      <dgm:prSet/>
      <dgm:spPr/>
      <dgm:t>
        <a:bodyPr/>
        <a:lstStyle/>
        <a:p>
          <a:endParaRPr lang="en-AU"/>
        </a:p>
      </dgm:t>
    </dgm:pt>
    <dgm:pt modelId="{129271AA-714D-4008-997D-6F20E4944263}" type="sibTrans" cxnId="{1FF08C83-9F10-40B8-8AD2-6F6EABAC2843}">
      <dgm:prSet/>
      <dgm:spPr/>
      <dgm:t>
        <a:bodyPr/>
        <a:lstStyle/>
        <a:p>
          <a:endParaRPr lang="en-AU"/>
        </a:p>
      </dgm:t>
    </dgm:pt>
    <dgm:pt modelId="{B192A17F-F0C5-48AB-B7B2-4AB3ACD7E2B8}">
      <dgm:prSet/>
      <dgm:spPr/>
      <dgm:t>
        <a:bodyPr/>
        <a:lstStyle/>
        <a:p>
          <a:pPr>
            <a:lnSpc>
              <a:spcPct val="100000"/>
            </a:lnSpc>
          </a:pPr>
          <a:r>
            <a:rPr lang="en-AU" dirty="0"/>
            <a:t>Demonstration</a:t>
          </a:r>
        </a:p>
      </dgm:t>
    </dgm:pt>
    <dgm:pt modelId="{F0BE8FB4-0D82-4714-95BA-D66971843E93}" type="parTrans" cxnId="{079B9644-AC02-4979-85B7-50400F1B1755}">
      <dgm:prSet/>
      <dgm:spPr/>
      <dgm:t>
        <a:bodyPr/>
        <a:lstStyle/>
        <a:p>
          <a:endParaRPr lang="en-AU"/>
        </a:p>
      </dgm:t>
    </dgm:pt>
    <dgm:pt modelId="{D2EC1B9D-4387-4DC9-AE04-D1EF3A9BF241}" type="sibTrans" cxnId="{079B9644-AC02-4979-85B7-50400F1B1755}">
      <dgm:prSet/>
      <dgm:spPr/>
      <dgm:t>
        <a:bodyPr/>
        <a:lstStyle/>
        <a:p>
          <a:endParaRPr lang="en-AU"/>
        </a:p>
      </dgm:t>
    </dgm:pt>
    <dgm:pt modelId="{79D08B86-D124-40E3-AF8B-E95C34053335}">
      <dgm:prSet/>
      <dgm:spPr/>
      <dgm:t>
        <a:bodyPr/>
        <a:lstStyle/>
        <a:p>
          <a:pPr>
            <a:lnSpc>
              <a:spcPct val="100000"/>
            </a:lnSpc>
          </a:pPr>
          <a:r>
            <a:rPr lang="en-AU" dirty="0"/>
            <a:t>Privacy</a:t>
          </a:r>
        </a:p>
      </dgm:t>
    </dgm:pt>
    <dgm:pt modelId="{6A7ED97F-4832-44B7-8C7F-EFDB339961BB}" type="parTrans" cxnId="{3984094B-4ED6-413F-AAC1-99708FC153E9}">
      <dgm:prSet/>
      <dgm:spPr/>
      <dgm:t>
        <a:bodyPr/>
        <a:lstStyle/>
        <a:p>
          <a:endParaRPr lang="en-AU"/>
        </a:p>
      </dgm:t>
    </dgm:pt>
    <dgm:pt modelId="{E0ADEC22-8524-4036-B7AF-E0D02BB7F71E}" type="sibTrans" cxnId="{3984094B-4ED6-413F-AAC1-99708FC153E9}">
      <dgm:prSet/>
      <dgm:spPr/>
      <dgm:t>
        <a:bodyPr/>
        <a:lstStyle/>
        <a:p>
          <a:endParaRPr lang="en-AU"/>
        </a:p>
      </dgm:t>
    </dgm:pt>
    <dgm:pt modelId="{71E53B7D-A12F-46D5-926B-6C815E36B6C1}" type="pres">
      <dgm:prSet presAssocID="{CA582B6C-A846-4ADA-8795-5E5B8C2E9E04}" presName="root" presStyleCnt="0">
        <dgm:presLayoutVars>
          <dgm:dir/>
          <dgm:resizeHandles val="exact"/>
        </dgm:presLayoutVars>
      </dgm:prSet>
      <dgm:spPr/>
    </dgm:pt>
    <dgm:pt modelId="{91A136C9-E1B6-4578-815B-B46385C34EFC}" type="pres">
      <dgm:prSet presAssocID="{73562F0B-5EBF-4A5A-8502-D4A82A6C72F7}" presName="compNode" presStyleCnt="0"/>
      <dgm:spPr/>
    </dgm:pt>
    <dgm:pt modelId="{743177FC-DB45-4EE5-BB45-2B14E0C6500E}" type="pres">
      <dgm:prSet presAssocID="{73562F0B-5EBF-4A5A-8502-D4A82A6C72F7}"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Clipboard Mixed with solid fill"/>
        </a:ext>
      </dgm:extLst>
    </dgm:pt>
    <dgm:pt modelId="{A974EB07-7E49-48DB-B466-EE2DBE02C903}" type="pres">
      <dgm:prSet presAssocID="{73562F0B-5EBF-4A5A-8502-D4A82A6C72F7}" presName="spaceRect" presStyleCnt="0"/>
      <dgm:spPr/>
    </dgm:pt>
    <dgm:pt modelId="{F9223D96-A1CD-4647-835F-DAA61000F6CC}" type="pres">
      <dgm:prSet presAssocID="{73562F0B-5EBF-4A5A-8502-D4A82A6C72F7}" presName="textRect" presStyleLbl="revTx" presStyleIdx="0" presStyleCnt="3">
        <dgm:presLayoutVars>
          <dgm:chMax val="1"/>
          <dgm:chPref val="1"/>
        </dgm:presLayoutVars>
      </dgm:prSet>
      <dgm:spPr/>
    </dgm:pt>
    <dgm:pt modelId="{EAA9D1F4-36C7-43AB-9DEC-0FFE70BFB382}" type="pres">
      <dgm:prSet presAssocID="{129271AA-714D-4008-997D-6F20E4944263}" presName="sibTrans" presStyleCnt="0"/>
      <dgm:spPr/>
    </dgm:pt>
    <dgm:pt modelId="{4F87C209-7452-4BA5-8AEF-846061D91C7F}" type="pres">
      <dgm:prSet presAssocID="{B192A17F-F0C5-48AB-B7B2-4AB3ACD7E2B8}" presName="compNode" presStyleCnt="0"/>
      <dgm:spPr/>
    </dgm:pt>
    <dgm:pt modelId="{9DBA9D5A-501E-4709-94DA-73A542D7A5BD}" type="pres">
      <dgm:prSet presAssocID="{B192A17F-F0C5-48AB-B7B2-4AB3ACD7E2B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Lst>
          </a:blip>
          <a:srcRect/>
          <a:stretch>
            <a:fillRect l="-15000" r="-15000"/>
          </a:stretch>
        </a:blipFill>
      </dgm:spPr>
    </dgm:pt>
    <dgm:pt modelId="{87373030-001B-4B60-B54A-54DE77299173}" type="pres">
      <dgm:prSet presAssocID="{B192A17F-F0C5-48AB-B7B2-4AB3ACD7E2B8}" presName="spaceRect" presStyleCnt="0"/>
      <dgm:spPr/>
    </dgm:pt>
    <dgm:pt modelId="{661EE868-2EB6-49EF-8CE0-E4C66CD38982}" type="pres">
      <dgm:prSet presAssocID="{B192A17F-F0C5-48AB-B7B2-4AB3ACD7E2B8}" presName="textRect" presStyleLbl="revTx" presStyleIdx="1" presStyleCnt="3">
        <dgm:presLayoutVars>
          <dgm:chMax val="1"/>
          <dgm:chPref val="1"/>
        </dgm:presLayoutVars>
      </dgm:prSet>
      <dgm:spPr/>
    </dgm:pt>
    <dgm:pt modelId="{A1049304-22BD-4CE4-A6E9-E07F9315F324}" type="pres">
      <dgm:prSet presAssocID="{D2EC1B9D-4387-4DC9-AE04-D1EF3A9BF241}" presName="sibTrans" presStyleCnt="0"/>
      <dgm:spPr/>
    </dgm:pt>
    <dgm:pt modelId="{2ED1E292-F3D9-444A-9599-6A707181EC13}" type="pres">
      <dgm:prSet presAssocID="{79D08B86-D124-40E3-AF8B-E95C34053335}" presName="compNode" presStyleCnt="0"/>
      <dgm:spPr/>
    </dgm:pt>
    <dgm:pt modelId="{C473F28A-D303-40DA-A39D-6F57914633D6}" type="pres">
      <dgm:prSet presAssocID="{79D08B86-D124-40E3-AF8B-E95C34053335}" presName="iconRect" presStyleLbl="node1" presStyleIdx="2" presStyleCnt="3"/>
      <dgm:spPr>
        <a:blipFill>
          <a:blip xmlns:r="http://schemas.openxmlformats.org/officeDocument/2006/relationships" r:embed="rId4">
            <a:extLst>
              <a:ext uri="{837473B0-CC2E-450A-ABE3-18F120FF3D39}">
                <a1611:picAttrSrcUrl xmlns:a1611="http://schemas.microsoft.com/office/drawing/2016/11/main" r:id="rId5"/>
              </a:ext>
            </a:extLst>
          </a:blip>
          <a:srcRect/>
          <a:stretch>
            <a:fillRect l="-39000" r="-39000"/>
          </a:stretch>
        </a:blipFill>
      </dgm:spPr>
    </dgm:pt>
    <dgm:pt modelId="{B660B3A6-BD4C-4C3C-846B-F10B8C12970B}" type="pres">
      <dgm:prSet presAssocID="{79D08B86-D124-40E3-AF8B-E95C34053335}" presName="spaceRect" presStyleCnt="0"/>
      <dgm:spPr/>
    </dgm:pt>
    <dgm:pt modelId="{045E4040-1887-4B5D-A250-83E47D2F5F19}" type="pres">
      <dgm:prSet presAssocID="{79D08B86-D124-40E3-AF8B-E95C34053335}" presName="textRect" presStyleLbl="revTx" presStyleIdx="2" presStyleCnt="3">
        <dgm:presLayoutVars>
          <dgm:chMax val="1"/>
          <dgm:chPref val="1"/>
        </dgm:presLayoutVars>
      </dgm:prSet>
      <dgm:spPr/>
    </dgm:pt>
  </dgm:ptLst>
  <dgm:cxnLst>
    <dgm:cxn modelId="{6A294B06-7589-4778-ABD4-D34B529EC842}" type="presOf" srcId="{79D08B86-D124-40E3-AF8B-E95C34053335}" destId="{045E4040-1887-4B5D-A250-83E47D2F5F19}" srcOrd="0" destOrd="0" presId="urn:microsoft.com/office/officeart/2018/2/layout/IconLabelList"/>
    <dgm:cxn modelId="{079B9644-AC02-4979-85B7-50400F1B1755}" srcId="{CA582B6C-A846-4ADA-8795-5E5B8C2E9E04}" destId="{B192A17F-F0C5-48AB-B7B2-4AB3ACD7E2B8}" srcOrd="1" destOrd="0" parTransId="{F0BE8FB4-0D82-4714-95BA-D66971843E93}" sibTransId="{D2EC1B9D-4387-4DC9-AE04-D1EF3A9BF241}"/>
    <dgm:cxn modelId="{3984094B-4ED6-413F-AAC1-99708FC153E9}" srcId="{CA582B6C-A846-4ADA-8795-5E5B8C2E9E04}" destId="{79D08B86-D124-40E3-AF8B-E95C34053335}" srcOrd="2" destOrd="0" parTransId="{6A7ED97F-4832-44B7-8C7F-EFDB339961BB}" sibTransId="{E0ADEC22-8524-4036-B7AF-E0D02BB7F71E}"/>
    <dgm:cxn modelId="{A2AC4378-6521-4C15-A55E-38A1D2143347}" type="presOf" srcId="{73562F0B-5EBF-4A5A-8502-D4A82A6C72F7}" destId="{F9223D96-A1CD-4647-835F-DAA61000F6CC}" srcOrd="0" destOrd="0" presId="urn:microsoft.com/office/officeart/2018/2/layout/IconLabelList"/>
    <dgm:cxn modelId="{1FF08C83-9F10-40B8-8AD2-6F6EABAC2843}" srcId="{CA582B6C-A846-4ADA-8795-5E5B8C2E9E04}" destId="{73562F0B-5EBF-4A5A-8502-D4A82A6C72F7}" srcOrd="0" destOrd="0" parTransId="{B10B5A38-B95C-44D2-AACE-B987EFC32691}" sibTransId="{129271AA-714D-4008-997D-6F20E4944263}"/>
    <dgm:cxn modelId="{A096CCCF-D0DC-422F-B03A-B945963A2C57}" type="presOf" srcId="{CA582B6C-A846-4ADA-8795-5E5B8C2E9E04}" destId="{71E53B7D-A12F-46D5-926B-6C815E36B6C1}" srcOrd="0" destOrd="0" presId="urn:microsoft.com/office/officeart/2018/2/layout/IconLabelList"/>
    <dgm:cxn modelId="{4D1ED1D5-79CB-4ACE-91A8-99037DE34156}" type="presOf" srcId="{B192A17F-F0C5-48AB-B7B2-4AB3ACD7E2B8}" destId="{661EE868-2EB6-49EF-8CE0-E4C66CD38982}" srcOrd="0" destOrd="0" presId="urn:microsoft.com/office/officeart/2018/2/layout/IconLabelList"/>
    <dgm:cxn modelId="{943B2EF1-E1D5-4D8D-AB28-36798BBC1CCB}" type="presParOf" srcId="{71E53B7D-A12F-46D5-926B-6C815E36B6C1}" destId="{91A136C9-E1B6-4578-815B-B46385C34EFC}" srcOrd="0" destOrd="0" presId="urn:microsoft.com/office/officeart/2018/2/layout/IconLabelList"/>
    <dgm:cxn modelId="{95C1473A-3C72-4862-8A6B-EC735D4A962C}" type="presParOf" srcId="{91A136C9-E1B6-4578-815B-B46385C34EFC}" destId="{743177FC-DB45-4EE5-BB45-2B14E0C6500E}" srcOrd="0" destOrd="0" presId="urn:microsoft.com/office/officeart/2018/2/layout/IconLabelList"/>
    <dgm:cxn modelId="{69149F89-3E25-4CCA-87F9-2D9B52431A2E}" type="presParOf" srcId="{91A136C9-E1B6-4578-815B-B46385C34EFC}" destId="{A974EB07-7E49-48DB-B466-EE2DBE02C903}" srcOrd="1" destOrd="0" presId="urn:microsoft.com/office/officeart/2018/2/layout/IconLabelList"/>
    <dgm:cxn modelId="{CD818C0E-6723-44FD-840B-52D9168A51BC}" type="presParOf" srcId="{91A136C9-E1B6-4578-815B-B46385C34EFC}" destId="{F9223D96-A1CD-4647-835F-DAA61000F6CC}" srcOrd="2" destOrd="0" presId="urn:microsoft.com/office/officeart/2018/2/layout/IconLabelList"/>
    <dgm:cxn modelId="{545D626B-5B20-4A87-9ED7-2B755805C835}" type="presParOf" srcId="{71E53B7D-A12F-46D5-926B-6C815E36B6C1}" destId="{EAA9D1F4-36C7-43AB-9DEC-0FFE70BFB382}" srcOrd="1" destOrd="0" presId="urn:microsoft.com/office/officeart/2018/2/layout/IconLabelList"/>
    <dgm:cxn modelId="{FF67F48D-93AC-4D68-8E21-327178325A9F}" type="presParOf" srcId="{71E53B7D-A12F-46D5-926B-6C815E36B6C1}" destId="{4F87C209-7452-4BA5-8AEF-846061D91C7F}" srcOrd="2" destOrd="0" presId="urn:microsoft.com/office/officeart/2018/2/layout/IconLabelList"/>
    <dgm:cxn modelId="{792713E1-30E7-4599-A6B7-A908CD2E3FCE}" type="presParOf" srcId="{4F87C209-7452-4BA5-8AEF-846061D91C7F}" destId="{9DBA9D5A-501E-4709-94DA-73A542D7A5BD}" srcOrd="0" destOrd="0" presId="urn:microsoft.com/office/officeart/2018/2/layout/IconLabelList"/>
    <dgm:cxn modelId="{144A9DB5-1B71-48F7-B89B-6329927F841A}" type="presParOf" srcId="{4F87C209-7452-4BA5-8AEF-846061D91C7F}" destId="{87373030-001B-4B60-B54A-54DE77299173}" srcOrd="1" destOrd="0" presId="urn:microsoft.com/office/officeart/2018/2/layout/IconLabelList"/>
    <dgm:cxn modelId="{36B378B8-0EB0-41C9-9C77-4ECB8F09D0EA}" type="presParOf" srcId="{4F87C209-7452-4BA5-8AEF-846061D91C7F}" destId="{661EE868-2EB6-49EF-8CE0-E4C66CD38982}" srcOrd="2" destOrd="0" presId="urn:microsoft.com/office/officeart/2018/2/layout/IconLabelList"/>
    <dgm:cxn modelId="{48A9D8EE-CEC3-4551-B652-466344AA51D1}" type="presParOf" srcId="{71E53B7D-A12F-46D5-926B-6C815E36B6C1}" destId="{A1049304-22BD-4CE4-A6E9-E07F9315F324}" srcOrd="3" destOrd="0" presId="urn:microsoft.com/office/officeart/2018/2/layout/IconLabelList"/>
    <dgm:cxn modelId="{09D4E650-8F0A-4A25-AD2C-5F695DBBC1E6}" type="presParOf" srcId="{71E53B7D-A12F-46D5-926B-6C815E36B6C1}" destId="{2ED1E292-F3D9-444A-9599-6A707181EC13}" srcOrd="4" destOrd="0" presId="urn:microsoft.com/office/officeart/2018/2/layout/IconLabelList"/>
    <dgm:cxn modelId="{0F7C1C8F-7936-4915-B517-DF68C5B87DAE}" type="presParOf" srcId="{2ED1E292-F3D9-444A-9599-6A707181EC13}" destId="{C473F28A-D303-40DA-A39D-6F57914633D6}" srcOrd="0" destOrd="0" presId="urn:microsoft.com/office/officeart/2018/2/layout/IconLabelList"/>
    <dgm:cxn modelId="{7FD3AD53-4CE3-4854-A467-3A5818D7D328}" type="presParOf" srcId="{2ED1E292-F3D9-444A-9599-6A707181EC13}" destId="{B660B3A6-BD4C-4C3C-846B-F10B8C12970B}" srcOrd="1" destOrd="0" presId="urn:microsoft.com/office/officeart/2018/2/layout/IconLabelList"/>
    <dgm:cxn modelId="{5D631C6D-25D2-45DA-9A67-01BD4EACD347}" type="presParOf" srcId="{2ED1E292-F3D9-444A-9599-6A707181EC13}" destId="{045E4040-1887-4B5D-A250-83E47D2F5F19}" srcOrd="2" destOrd="0" presId="urn:microsoft.com/office/officeart/2018/2/layout/IconLabel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A582B6C-A846-4ADA-8795-5E5B8C2E9E04}" type="doc">
      <dgm:prSet loTypeId="urn:microsoft.com/office/officeart/2018/2/layout/IconLabelList" loCatId="icon" qsTypeId="urn:microsoft.com/office/officeart/2005/8/quickstyle/simple1" qsCatId="simple" csTypeId="urn:microsoft.com/office/officeart/2018/5/colors/Iconchunking_neutralbg_colorful5" csCatId="colorful" phldr="1"/>
      <dgm:spPr/>
      <dgm:t>
        <a:bodyPr/>
        <a:lstStyle/>
        <a:p>
          <a:endParaRPr lang="en-US"/>
        </a:p>
      </dgm:t>
    </dgm:pt>
    <dgm:pt modelId="{01643C44-7156-449C-B5AE-21E6B9ED7A44}">
      <dgm:prSet/>
      <dgm:spPr/>
      <dgm:t>
        <a:bodyPr/>
        <a:lstStyle/>
        <a:p>
          <a:r>
            <a:rPr lang="en-US"/>
            <a:t>Python app generating synthetic patient data based on prompts</a:t>
          </a:r>
        </a:p>
      </dgm:t>
    </dgm:pt>
    <dgm:pt modelId="{BB4630C7-E07F-4CFA-A44B-714564525CEE}" type="parTrans" cxnId="{45D5E476-44DB-4A29-B129-8D5C2E11E71D}">
      <dgm:prSet/>
      <dgm:spPr/>
      <dgm:t>
        <a:bodyPr/>
        <a:lstStyle/>
        <a:p>
          <a:endParaRPr lang="en-US"/>
        </a:p>
      </dgm:t>
    </dgm:pt>
    <dgm:pt modelId="{7CDE4A6D-CE48-44EC-B006-216DFD6434A4}" type="sibTrans" cxnId="{45D5E476-44DB-4A29-B129-8D5C2E11E71D}">
      <dgm:prSet/>
      <dgm:spPr/>
      <dgm:t>
        <a:bodyPr/>
        <a:lstStyle/>
        <a:p>
          <a:endParaRPr lang="en-US"/>
        </a:p>
      </dgm:t>
    </dgm:pt>
    <dgm:pt modelId="{E4BC3202-6FD4-4284-8140-EB355D99521B}">
      <dgm:prSet/>
      <dgm:spPr/>
      <dgm:t>
        <a:bodyPr/>
        <a:lstStyle/>
        <a:p>
          <a:r>
            <a:rPr lang="en-US" dirty="0"/>
            <a:t>AI RAG pipeline for contextual generation</a:t>
          </a:r>
        </a:p>
      </dgm:t>
    </dgm:pt>
    <dgm:pt modelId="{80DF894D-FCC3-4CCD-8FBE-68626943F312}" type="parTrans" cxnId="{220B2C18-7143-4992-9791-3BF11F4F11B4}">
      <dgm:prSet/>
      <dgm:spPr/>
      <dgm:t>
        <a:bodyPr/>
        <a:lstStyle/>
        <a:p>
          <a:endParaRPr lang="en-US"/>
        </a:p>
      </dgm:t>
    </dgm:pt>
    <dgm:pt modelId="{04910AD3-5EF6-4BA2-ADEF-0BEA1BBA5984}" type="sibTrans" cxnId="{220B2C18-7143-4992-9791-3BF11F4F11B4}">
      <dgm:prSet/>
      <dgm:spPr/>
      <dgm:t>
        <a:bodyPr/>
        <a:lstStyle/>
        <a:p>
          <a:endParaRPr lang="en-US"/>
        </a:p>
      </dgm:t>
    </dgm:pt>
    <dgm:pt modelId="{863CA835-7BDD-4365-907D-8F3394F66EAE}">
      <dgm:prSet/>
      <dgm:spPr/>
      <dgm:t>
        <a:bodyPr/>
        <a:lstStyle/>
        <a:p>
          <a:r>
            <a:rPr lang="en-US"/>
            <a:t>Simple browser interface for interaction</a:t>
          </a:r>
        </a:p>
      </dgm:t>
    </dgm:pt>
    <dgm:pt modelId="{1CF4B447-F1E0-42A4-A2F3-5202465FECF4}" type="parTrans" cxnId="{7E0DFDEA-8D56-4313-B46E-A2A3099A21BC}">
      <dgm:prSet/>
      <dgm:spPr/>
      <dgm:t>
        <a:bodyPr/>
        <a:lstStyle/>
        <a:p>
          <a:endParaRPr lang="en-US"/>
        </a:p>
      </dgm:t>
    </dgm:pt>
    <dgm:pt modelId="{883D9E16-3C87-46ED-8EA4-D1F31850A692}" type="sibTrans" cxnId="{7E0DFDEA-8D56-4313-B46E-A2A3099A21BC}">
      <dgm:prSet/>
      <dgm:spPr/>
      <dgm:t>
        <a:bodyPr/>
        <a:lstStyle/>
        <a:p>
          <a:endParaRPr lang="en-US"/>
        </a:p>
      </dgm:t>
    </dgm:pt>
    <dgm:pt modelId="{71E53B7D-A12F-46D5-926B-6C815E36B6C1}" type="pres">
      <dgm:prSet presAssocID="{CA582B6C-A846-4ADA-8795-5E5B8C2E9E04}" presName="root" presStyleCnt="0">
        <dgm:presLayoutVars>
          <dgm:dir/>
          <dgm:resizeHandles val="exact"/>
        </dgm:presLayoutVars>
      </dgm:prSet>
      <dgm:spPr/>
    </dgm:pt>
    <dgm:pt modelId="{CC861300-21DF-4FD1-AE95-1215515ACF51}" type="pres">
      <dgm:prSet presAssocID="{01643C44-7156-449C-B5AE-21E6B9ED7A44}" presName="compNode" presStyleCnt="0"/>
      <dgm:spPr/>
    </dgm:pt>
    <dgm:pt modelId="{84999713-9558-481B-A38D-4A473CC027D5}" type="pres">
      <dgm:prSet presAssocID="{01643C44-7156-449C-B5AE-21E6B9ED7A44}"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Smart Phone outline"/>
        </a:ext>
      </dgm:extLst>
    </dgm:pt>
    <dgm:pt modelId="{55AC6A6C-1D61-46E1-B5EE-4907419EE249}" type="pres">
      <dgm:prSet presAssocID="{01643C44-7156-449C-B5AE-21E6B9ED7A44}" presName="spaceRect" presStyleCnt="0"/>
      <dgm:spPr/>
    </dgm:pt>
    <dgm:pt modelId="{06324CF4-688C-4F35-8562-C1C7619C3E78}" type="pres">
      <dgm:prSet presAssocID="{01643C44-7156-449C-B5AE-21E6B9ED7A44}" presName="textRect" presStyleLbl="revTx" presStyleIdx="0" presStyleCnt="3">
        <dgm:presLayoutVars>
          <dgm:chMax val="1"/>
          <dgm:chPref val="1"/>
        </dgm:presLayoutVars>
      </dgm:prSet>
      <dgm:spPr/>
    </dgm:pt>
    <dgm:pt modelId="{93FB9557-5B8B-4CB6-9BF9-24A4C98DEAD8}" type="pres">
      <dgm:prSet presAssocID="{7CDE4A6D-CE48-44EC-B006-216DFD6434A4}" presName="sibTrans" presStyleCnt="0"/>
      <dgm:spPr/>
    </dgm:pt>
    <dgm:pt modelId="{05EAF7AE-B6B4-4517-82AD-33C93A32440E}" type="pres">
      <dgm:prSet presAssocID="{E4BC3202-6FD4-4284-8140-EB355D99521B}" presName="compNode" presStyleCnt="0"/>
      <dgm:spPr/>
    </dgm:pt>
    <dgm:pt modelId="{CD3BF99F-B43D-4029-8E3B-BD61E8D092B7}" type="pres">
      <dgm:prSet presAssocID="{E4BC3202-6FD4-4284-8140-EB355D99521B}" presName="iconRect" presStyleLbl="node1" presStyleIdx="1" presStyleCnt="3"/>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Social network outline"/>
        </a:ext>
      </dgm:extLst>
    </dgm:pt>
    <dgm:pt modelId="{0AC8A56E-9427-48F7-8DD0-B58AF3521136}" type="pres">
      <dgm:prSet presAssocID="{E4BC3202-6FD4-4284-8140-EB355D99521B}" presName="spaceRect" presStyleCnt="0"/>
      <dgm:spPr/>
    </dgm:pt>
    <dgm:pt modelId="{CA79684A-CA7D-4758-8768-633961ACCF1B}" type="pres">
      <dgm:prSet presAssocID="{E4BC3202-6FD4-4284-8140-EB355D99521B}" presName="textRect" presStyleLbl="revTx" presStyleIdx="1" presStyleCnt="3">
        <dgm:presLayoutVars>
          <dgm:chMax val="1"/>
          <dgm:chPref val="1"/>
        </dgm:presLayoutVars>
      </dgm:prSet>
      <dgm:spPr/>
    </dgm:pt>
    <dgm:pt modelId="{D9340C3F-3AA8-4F0B-A200-25AE86FE34AD}" type="pres">
      <dgm:prSet presAssocID="{04910AD3-5EF6-4BA2-ADEF-0BEA1BBA5984}" presName="sibTrans" presStyleCnt="0"/>
      <dgm:spPr/>
    </dgm:pt>
    <dgm:pt modelId="{A8A4F588-3F47-4915-BBD2-9909FE99C324}" type="pres">
      <dgm:prSet presAssocID="{863CA835-7BDD-4365-907D-8F3394F66EAE}" presName="compNode" presStyleCnt="0"/>
      <dgm:spPr/>
    </dgm:pt>
    <dgm:pt modelId="{881D2537-6444-4A66-BE64-EB5E6A217055}" type="pres">
      <dgm:prSet presAssocID="{863CA835-7BDD-4365-907D-8F3394F66EAE}" presName="iconRect" presStyleLbl="node1" presStyleIdx="2" presStyleCnt="3"/>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Ui Ux outline"/>
        </a:ext>
      </dgm:extLst>
    </dgm:pt>
    <dgm:pt modelId="{84EBB39D-33C1-466B-9A3A-69DDB7C00038}" type="pres">
      <dgm:prSet presAssocID="{863CA835-7BDD-4365-907D-8F3394F66EAE}" presName="spaceRect" presStyleCnt="0"/>
      <dgm:spPr/>
    </dgm:pt>
    <dgm:pt modelId="{04AF074A-2FCA-4F76-9C61-811BACDD6A3E}" type="pres">
      <dgm:prSet presAssocID="{863CA835-7BDD-4365-907D-8F3394F66EAE}" presName="textRect" presStyleLbl="revTx" presStyleIdx="2" presStyleCnt="3">
        <dgm:presLayoutVars>
          <dgm:chMax val="1"/>
          <dgm:chPref val="1"/>
        </dgm:presLayoutVars>
      </dgm:prSet>
      <dgm:spPr/>
    </dgm:pt>
  </dgm:ptLst>
  <dgm:cxnLst>
    <dgm:cxn modelId="{9A73E30B-1D12-4C90-B038-00DFAB64B028}" type="presOf" srcId="{01643C44-7156-449C-B5AE-21E6B9ED7A44}" destId="{06324CF4-688C-4F35-8562-C1C7619C3E78}" srcOrd="0" destOrd="0" presId="urn:microsoft.com/office/officeart/2018/2/layout/IconLabelList"/>
    <dgm:cxn modelId="{220B2C18-7143-4992-9791-3BF11F4F11B4}" srcId="{CA582B6C-A846-4ADA-8795-5E5B8C2E9E04}" destId="{E4BC3202-6FD4-4284-8140-EB355D99521B}" srcOrd="1" destOrd="0" parTransId="{80DF894D-FCC3-4CCD-8FBE-68626943F312}" sibTransId="{04910AD3-5EF6-4BA2-ADEF-0BEA1BBA5984}"/>
    <dgm:cxn modelId="{45D5E476-44DB-4A29-B129-8D5C2E11E71D}" srcId="{CA582B6C-A846-4ADA-8795-5E5B8C2E9E04}" destId="{01643C44-7156-449C-B5AE-21E6B9ED7A44}" srcOrd="0" destOrd="0" parTransId="{BB4630C7-E07F-4CFA-A44B-714564525CEE}" sibTransId="{7CDE4A6D-CE48-44EC-B006-216DFD6434A4}"/>
    <dgm:cxn modelId="{694679B6-0039-4DBE-A969-5E1EB1CAD9E7}" type="presOf" srcId="{863CA835-7BDD-4365-907D-8F3394F66EAE}" destId="{04AF074A-2FCA-4F76-9C61-811BACDD6A3E}" srcOrd="0" destOrd="0" presId="urn:microsoft.com/office/officeart/2018/2/layout/IconLabelList"/>
    <dgm:cxn modelId="{A096CCCF-D0DC-422F-B03A-B945963A2C57}" type="presOf" srcId="{CA582B6C-A846-4ADA-8795-5E5B8C2E9E04}" destId="{71E53B7D-A12F-46D5-926B-6C815E36B6C1}" srcOrd="0" destOrd="0" presId="urn:microsoft.com/office/officeart/2018/2/layout/IconLabelList"/>
    <dgm:cxn modelId="{C39D18D5-1417-44BD-B58C-2E7DCC6DC7F8}" type="presOf" srcId="{E4BC3202-6FD4-4284-8140-EB355D99521B}" destId="{CA79684A-CA7D-4758-8768-633961ACCF1B}" srcOrd="0" destOrd="0" presId="urn:microsoft.com/office/officeart/2018/2/layout/IconLabelList"/>
    <dgm:cxn modelId="{7E0DFDEA-8D56-4313-B46E-A2A3099A21BC}" srcId="{CA582B6C-A846-4ADA-8795-5E5B8C2E9E04}" destId="{863CA835-7BDD-4365-907D-8F3394F66EAE}" srcOrd="2" destOrd="0" parTransId="{1CF4B447-F1E0-42A4-A2F3-5202465FECF4}" sibTransId="{883D9E16-3C87-46ED-8EA4-D1F31850A692}"/>
    <dgm:cxn modelId="{E7C4C0A6-C101-4488-A799-7316275E7135}" type="presParOf" srcId="{71E53B7D-A12F-46D5-926B-6C815E36B6C1}" destId="{CC861300-21DF-4FD1-AE95-1215515ACF51}" srcOrd="0" destOrd="0" presId="urn:microsoft.com/office/officeart/2018/2/layout/IconLabelList"/>
    <dgm:cxn modelId="{6D17DCEF-E3E9-426D-8C35-F8426B6C1948}" type="presParOf" srcId="{CC861300-21DF-4FD1-AE95-1215515ACF51}" destId="{84999713-9558-481B-A38D-4A473CC027D5}" srcOrd="0" destOrd="0" presId="urn:microsoft.com/office/officeart/2018/2/layout/IconLabelList"/>
    <dgm:cxn modelId="{264BEF67-FC8D-4872-A00E-580C0B407B9A}" type="presParOf" srcId="{CC861300-21DF-4FD1-AE95-1215515ACF51}" destId="{55AC6A6C-1D61-46E1-B5EE-4907419EE249}" srcOrd="1" destOrd="0" presId="urn:microsoft.com/office/officeart/2018/2/layout/IconLabelList"/>
    <dgm:cxn modelId="{5B1D9561-CA40-4166-B653-CAD2C22E21CD}" type="presParOf" srcId="{CC861300-21DF-4FD1-AE95-1215515ACF51}" destId="{06324CF4-688C-4F35-8562-C1C7619C3E78}" srcOrd="2" destOrd="0" presId="urn:microsoft.com/office/officeart/2018/2/layout/IconLabelList"/>
    <dgm:cxn modelId="{8CD50A83-BAF1-461E-9F4F-F1E468217283}" type="presParOf" srcId="{71E53B7D-A12F-46D5-926B-6C815E36B6C1}" destId="{93FB9557-5B8B-4CB6-9BF9-24A4C98DEAD8}" srcOrd="1" destOrd="0" presId="urn:microsoft.com/office/officeart/2018/2/layout/IconLabelList"/>
    <dgm:cxn modelId="{D08B7F23-DB82-42BB-81DC-8C175CD90382}" type="presParOf" srcId="{71E53B7D-A12F-46D5-926B-6C815E36B6C1}" destId="{05EAF7AE-B6B4-4517-82AD-33C93A32440E}" srcOrd="2" destOrd="0" presId="urn:microsoft.com/office/officeart/2018/2/layout/IconLabelList"/>
    <dgm:cxn modelId="{D54E0B4E-A933-4BBA-A026-F7FB35EC06BB}" type="presParOf" srcId="{05EAF7AE-B6B4-4517-82AD-33C93A32440E}" destId="{CD3BF99F-B43D-4029-8E3B-BD61E8D092B7}" srcOrd="0" destOrd="0" presId="urn:microsoft.com/office/officeart/2018/2/layout/IconLabelList"/>
    <dgm:cxn modelId="{D00CA10A-6425-4E21-BCF6-10710BF9ED8E}" type="presParOf" srcId="{05EAF7AE-B6B4-4517-82AD-33C93A32440E}" destId="{0AC8A56E-9427-48F7-8DD0-B58AF3521136}" srcOrd="1" destOrd="0" presId="urn:microsoft.com/office/officeart/2018/2/layout/IconLabelList"/>
    <dgm:cxn modelId="{8C4B97E3-4313-40A6-A072-3DAB09403C7B}" type="presParOf" srcId="{05EAF7AE-B6B4-4517-82AD-33C93A32440E}" destId="{CA79684A-CA7D-4758-8768-633961ACCF1B}" srcOrd="2" destOrd="0" presId="urn:microsoft.com/office/officeart/2018/2/layout/IconLabelList"/>
    <dgm:cxn modelId="{27150197-746C-4A7B-9631-58F4D36AA3D2}" type="presParOf" srcId="{71E53B7D-A12F-46D5-926B-6C815E36B6C1}" destId="{D9340C3F-3AA8-4F0B-A200-25AE86FE34AD}" srcOrd="3" destOrd="0" presId="urn:microsoft.com/office/officeart/2018/2/layout/IconLabelList"/>
    <dgm:cxn modelId="{1B4EAA0D-6A7A-4FEF-B04C-64C6A8942234}" type="presParOf" srcId="{71E53B7D-A12F-46D5-926B-6C815E36B6C1}" destId="{A8A4F588-3F47-4915-BBD2-9909FE99C324}" srcOrd="4" destOrd="0" presId="urn:microsoft.com/office/officeart/2018/2/layout/IconLabelList"/>
    <dgm:cxn modelId="{8673C13C-E4C4-4A71-B05A-A53C768C0320}" type="presParOf" srcId="{A8A4F588-3F47-4915-BBD2-9909FE99C324}" destId="{881D2537-6444-4A66-BE64-EB5E6A217055}" srcOrd="0" destOrd="0" presId="urn:microsoft.com/office/officeart/2018/2/layout/IconLabelList"/>
    <dgm:cxn modelId="{DE224EEA-6470-4B69-90E1-7EF35AB68443}" type="presParOf" srcId="{A8A4F588-3F47-4915-BBD2-9909FE99C324}" destId="{84EBB39D-33C1-466B-9A3A-69DDB7C00038}" srcOrd="1" destOrd="0" presId="urn:microsoft.com/office/officeart/2018/2/layout/IconLabelList"/>
    <dgm:cxn modelId="{854AE533-5B2A-465C-9853-2F2CF8725B9B}" type="presParOf" srcId="{A8A4F588-3F47-4915-BBD2-9909FE99C324}" destId="{04AF074A-2FCA-4F76-9C61-811BACDD6A3E}" srcOrd="2" destOrd="0" presId="urn:microsoft.com/office/officeart/2018/2/layout/IconLabel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4939ACB-9EC0-4F25-BA15-963F8AF2E179}" type="doc">
      <dgm:prSet loTypeId="urn:microsoft.com/office/officeart/2018/5/layout/IconCircle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CF80BFC3-FDFE-4381-8DF9-52DBB1AFD726}">
      <dgm:prSet/>
      <dgm:spPr/>
      <dgm:t>
        <a:bodyPr/>
        <a:lstStyle/>
        <a:p>
          <a:pPr>
            <a:defRPr cap="all"/>
          </a:pPr>
          <a:r>
            <a:rPr lang="en-US"/>
            <a:t>AI reasoning: rag_agent.py</a:t>
          </a:r>
        </a:p>
      </dgm:t>
    </dgm:pt>
    <dgm:pt modelId="{E87AE78F-79C2-4C6B-85C1-1A42129D1321}" type="parTrans" cxnId="{64B57715-B096-47D9-A4AC-67203318BECA}">
      <dgm:prSet/>
      <dgm:spPr/>
      <dgm:t>
        <a:bodyPr/>
        <a:lstStyle/>
        <a:p>
          <a:endParaRPr lang="en-US"/>
        </a:p>
      </dgm:t>
    </dgm:pt>
    <dgm:pt modelId="{5FDF5539-6359-497A-B8E8-DC2ADF4A7E9B}" type="sibTrans" cxnId="{64B57715-B096-47D9-A4AC-67203318BECA}">
      <dgm:prSet/>
      <dgm:spPr/>
      <dgm:t>
        <a:bodyPr/>
        <a:lstStyle/>
        <a:p>
          <a:endParaRPr lang="en-US"/>
        </a:p>
      </dgm:t>
    </dgm:pt>
    <dgm:pt modelId="{88B8700D-8C96-4197-B11C-6CFC3328B62D}">
      <dgm:prSet/>
      <dgm:spPr/>
      <dgm:t>
        <a:bodyPr/>
        <a:lstStyle/>
        <a:p>
          <a:pPr>
            <a:defRPr cap="all"/>
          </a:pPr>
          <a:r>
            <a:rPr lang="en-US" dirty="0"/>
            <a:t>Retrieval: vector_store.py</a:t>
          </a:r>
        </a:p>
      </dgm:t>
    </dgm:pt>
    <dgm:pt modelId="{5CD6AFA6-C178-4C6D-8C9D-77D2DC92D954}" type="parTrans" cxnId="{DBB36C7A-6DF9-4D48-8F3B-C9C15E18458C}">
      <dgm:prSet/>
      <dgm:spPr/>
      <dgm:t>
        <a:bodyPr/>
        <a:lstStyle/>
        <a:p>
          <a:endParaRPr lang="en-US"/>
        </a:p>
      </dgm:t>
    </dgm:pt>
    <dgm:pt modelId="{7F17D911-3873-4B0C-9B25-00F5E07F41D9}" type="sibTrans" cxnId="{DBB36C7A-6DF9-4D48-8F3B-C9C15E18458C}">
      <dgm:prSet/>
      <dgm:spPr/>
      <dgm:t>
        <a:bodyPr/>
        <a:lstStyle/>
        <a:p>
          <a:endParaRPr lang="en-US"/>
        </a:p>
      </dgm:t>
    </dgm:pt>
    <dgm:pt modelId="{155EDFB4-E1A2-4B22-A0C6-8637BDAA8605}">
      <dgm:prSet/>
      <dgm:spPr/>
      <dgm:t>
        <a:bodyPr/>
        <a:lstStyle/>
        <a:p>
          <a:pPr>
            <a:defRPr cap="all"/>
          </a:pPr>
          <a:r>
            <a:rPr lang="en-US" dirty="0"/>
            <a:t>Data preparation: data_prep.py</a:t>
          </a:r>
        </a:p>
      </dgm:t>
    </dgm:pt>
    <dgm:pt modelId="{5B315A21-5363-487D-BFEC-C6ADB9FF475F}" type="parTrans" cxnId="{95A09D0D-C131-4844-85D4-B52E431A16BF}">
      <dgm:prSet/>
      <dgm:spPr/>
      <dgm:t>
        <a:bodyPr/>
        <a:lstStyle/>
        <a:p>
          <a:endParaRPr lang="en-US"/>
        </a:p>
      </dgm:t>
    </dgm:pt>
    <dgm:pt modelId="{5C016854-A5EF-4A69-8256-5B4B0EC8C422}" type="sibTrans" cxnId="{95A09D0D-C131-4844-85D4-B52E431A16BF}">
      <dgm:prSet/>
      <dgm:spPr/>
      <dgm:t>
        <a:bodyPr/>
        <a:lstStyle/>
        <a:p>
          <a:endParaRPr lang="en-US"/>
        </a:p>
      </dgm:t>
    </dgm:pt>
    <dgm:pt modelId="{D98638DB-CB43-4407-BAC7-16BC76B3F4C7}">
      <dgm:prSet/>
      <dgm:spPr/>
      <dgm:t>
        <a:bodyPr/>
        <a:lstStyle/>
        <a:p>
          <a:pPr>
            <a:defRPr cap="all"/>
          </a:pPr>
          <a:r>
            <a:rPr lang="en-US" dirty="0"/>
            <a:t>Web UI: web.py</a:t>
          </a:r>
        </a:p>
      </dgm:t>
    </dgm:pt>
    <dgm:pt modelId="{905750A4-A3DA-4ED0-A0F8-53EB1D61BA3A}" type="parTrans" cxnId="{C7A561E1-167E-474E-915E-807AC009CAE8}">
      <dgm:prSet/>
      <dgm:spPr/>
      <dgm:t>
        <a:bodyPr/>
        <a:lstStyle/>
        <a:p>
          <a:endParaRPr lang="en-US"/>
        </a:p>
      </dgm:t>
    </dgm:pt>
    <dgm:pt modelId="{BE34A8AD-05FD-490A-A1A0-D7CD9D111D03}" type="sibTrans" cxnId="{C7A561E1-167E-474E-915E-807AC009CAE8}">
      <dgm:prSet/>
      <dgm:spPr/>
      <dgm:t>
        <a:bodyPr/>
        <a:lstStyle/>
        <a:p>
          <a:endParaRPr lang="en-US"/>
        </a:p>
      </dgm:t>
    </dgm:pt>
    <dgm:pt modelId="{9FF3B76E-379F-4526-8577-0A2DAF561014}">
      <dgm:prSet/>
      <dgm:spPr/>
      <dgm:t>
        <a:bodyPr/>
        <a:lstStyle/>
        <a:p>
          <a:pPr>
            <a:defRPr cap="all"/>
          </a:pPr>
          <a:r>
            <a:rPr lang="en-US"/>
            <a:t>Main entry: main.py</a:t>
          </a:r>
        </a:p>
      </dgm:t>
    </dgm:pt>
    <dgm:pt modelId="{AC0AD28E-375F-4DFB-87C6-E0F71DF9C961}" type="parTrans" cxnId="{AEA146E3-418D-40F2-9956-1A410A111A45}">
      <dgm:prSet/>
      <dgm:spPr/>
      <dgm:t>
        <a:bodyPr/>
        <a:lstStyle/>
        <a:p>
          <a:endParaRPr lang="en-US"/>
        </a:p>
      </dgm:t>
    </dgm:pt>
    <dgm:pt modelId="{E0E28E07-F4AE-409A-9292-E5F5DDC2ADF1}" type="sibTrans" cxnId="{AEA146E3-418D-40F2-9956-1A410A111A45}">
      <dgm:prSet/>
      <dgm:spPr/>
      <dgm:t>
        <a:bodyPr/>
        <a:lstStyle/>
        <a:p>
          <a:endParaRPr lang="en-US"/>
        </a:p>
      </dgm:t>
    </dgm:pt>
    <dgm:pt modelId="{FA4D2582-E865-44F9-820E-E71F87EF584F}" type="pres">
      <dgm:prSet presAssocID="{D4939ACB-9EC0-4F25-BA15-963F8AF2E179}" presName="root" presStyleCnt="0">
        <dgm:presLayoutVars>
          <dgm:dir/>
          <dgm:resizeHandles val="exact"/>
        </dgm:presLayoutVars>
      </dgm:prSet>
      <dgm:spPr/>
    </dgm:pt>
    <dgm:pt modelId="{E5A11D8A-F374-4136-94C0-29729C9E7E18}" type="pres">
      <dgm:prSet presAssocID="{CF80BFC3-FDFE-4381-8DF9-52DBB1AFD726}" presName="compNode" presStyleCnt="0"/>
      <dgm:spPr/>
    </dgm:pt>
    <dgm:pt modelId="{3697370A-7314-4FD0-807D-236E6124170D}" type="pres">
      <dgm:prSet presAssocID="{CF80BFC3-FDFE-4381-8DF9-52DBB1AFD726}" presName="iconBgRect" presStyleLbl="bgShp" presStyleIdx="0" presStyleCnt="5" custLinFactX="237667" custLinFactNeighborX="300000" custLinFactNeighborY="5509"/>
      <dgm:spPr/>
    </dgm:pt>
    <dgm:pt modelId="{A92AB1F3-3618-4231-9396-4CA9ECB28461}" type="pres">
      <dgm:prSet presAssocID="{CF80BFC3-FDFE-4381-8DF9-52DBB1AFD726}" presName="iconRect" presStyleLbl="node1" presStyleIdx="0" presStyleCnt="5" custLinFactX="439956" custLinFactNeighborX="500000" custLinFactNeighborY="9601"/>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Artificial Intelligence outline"/>
        </a:ext>
      </dgm:extLst>
    </dgm:pt>
    <dgm:pt modelId="{47F781CC-777D-4BF5-9B3A-05814078A6A5}" type="pres">
      <dgm:prSet presAssocID="{CF80BFC3-FDFE-4381-8DF9-52DBB1AFD726}" presName="spaceRect" presStyleCnt="0"/>
      <dgm:spPr/>
    </dgm:pt>
    <dgm:pt modelId="{E97A8445-A5AC-4C48-8F58-C4E2E9F206D7}" type="pres">
      <dgm:prSet presAssocID="{CF80BFC3-FDFE-4381-8DF9-52DBB1AFD726}" presName="textRect" presStyleLbl="revTx" presStyleIdx="0" presStyleCnt="5" custLinFactX="127976" custLinFactNeighborX="200000" custLinFactNeighborY="8401">
        <dgm:presLayoutVars>
          <dgm:chMax val="1"/>
          <dgm:chPref val="1"/>
        </dgm:presLayoutVars>
      </dgm:prSet>
      <dgm:spPr/>
    </dgm:pt>
    <dgm:pt modelId="{3F4C9127-12F3-4DDE-8BFC-D0D7A1943502}" type="pres">
      <dgm:prSet presAssocID="{5FDF5539-6359-497A-B8E8-DC2ADF4A7E9B}" presName="sibTrans" presStyleCnt="0"/>
      <dgm:spPr/>
    </dgm:pt>
    <dgm:pt modelId="{5C1D1581-0FAB-458A-B642-AFE500E5FC38}" type="pres">
      <dgm:prSet presAssocID="{88B8700D-8C96-4197-B11C-6CFC3328B62D}" presName="compNode" presStyleCnt="0"/>
      <dgm:spPr/>
    </dgm:pt>
    <dgm:pt modelId="{50C09C61-D06C-42A6-9363-C1E931AB2127}" type="pres">
      <dgm:prSet presAssocID="{88B8700D-8C96-4197-B11C-6CFC3328B62D}" presName="iconBgRect" presStyleLbl="bgShp" presStyleIdx="1" presStyleCnt="5" custLinFactNeighborX="85386" custLinFactNeighborY="33578"/>
      <dgm:spPr/>
    </dgm:pt>
    <dgm:pt modelId="{6B45EAC4-FD3B-470B-88D0-8D55AE7D704E}" type="pres">
      <dgm:prSet presAssocID="{88B8700D-8C96-4197-B11C-6CFC3328B62D}" presName="iconRect" presStyleLbl="node1" presStyleIdx="1" presStyleCnt="5" custLinFactX="48820" custLinFactNeighborX="100000" custLinFactNeighborY="5853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6434E226-FEE5-4947-B258-7DBA4827D526}" type="pres">
      <dgm:prSet presAssocID="{88B8700D-8C96-4197-B11C-6CFC3328B62D}" presName="spaceRect" presStyleCnt="0"/>
      <dgm:spPr/>
    </dgm:pt>
    <dgm:pt modelId="{F8F721A0-7B64-41E1-A003-4FE21CC0C46E}" type="pres">
      <dgm:prSet presAssocID="{88B8700D-8C96-4197-B11C-6CFC3328B62D}" presName="textRect" presStyleLbl="revTx" presStyleIdx="1" presStyleCnt="5" custLinFactNeighborX="52089" custLinFactNeighborY="51215">
        <dgm:presLayoutVars>
          <dgm:chMax val="1"/>
          <dgm:chPref val="1"/>
        </dgm:presLayoutVars>
      </dgm:prSet>
      <dgm:spPr/>
    </dgm:pt>
    <dgm:pt modelId="{A8838474-B4C8-4A12-8E39-C3F79C7810BB}" type="pres">
      <dgm:prSet presAssocID="{7F17D911-3873-4B0C-9B25-00F5E07F41D9}" presName="sibTrans" presStyleCnt="0"/>
      <dgm:spPr/>
    </dgm:pt>
    <dgm:pt modelId="{5FCA9BB9-0875-474D-8C3B-E0A1A4DE32D4}" type="pres">
      <dgm:prSet presAssocID="{155EDFB4-E1A2-4B22-A0C6-8637BDAA8605}" presName="compNode" presStyleCnt="0"/>
      <dgm:spPr/>
    </dgm:pt>
    <dgm:pt modelId="{EAE2A75F-B50C-4D0B-ABE1-92CB394F5165}" type="pres">
      <dgm:prSet presAssocID="{155EDFB4-E1A2-4B22-A0C6-8637BDAA8605}" presName="iconBgRect" presStyleLbl="bgShp" presStyleIdx="2" presStyleCnt="5" custLinFactX="-186848" custLinFactNeighborX="-200000" custLinFactNeighborY="-22"/>
      <dgm:spPr/>
    </dgm:pt>
    <dgm:pt modelId="{47892BF1-2E53-438F-B129-CDF4CA79A7CA}" type="pres">
      <dgm:prSet presAssocID="{155EDFB4-E1A2-4B22-A0C6-8637BDAA8605}" presName="iconRect" presStyleLbl="node1" presStyleIdx="2" presStyleCnt="5" custLinFactX="-300000" custLinFactNeighborX="-374222" custLinFactNeighborY="-37"/>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st with solid fill"/>
        </a:ext>
      </dgm:extLst>
    </dgm:pt>
    <dgm:pt modelId="{990ACE7E-14AC-4929-B730-178F72BEC019}" type="pres">
      <dgm:prSet presAssocID="{155EDFB4-E1A2-4B22-A0C6-8637BDAA8605}" presName="spaceRect" presStyleCnt="0"/>
      <dgm:spPr/>
    </dgm:pt>
    <dgm:pt modelId="{65543A89-6950-4664-887A-E47864210970}" type="pres">
      <dgm:prSet presAssocID="{155EDFB4-E1A2-4B22-A0C6-8637BDAA8605}" presName="textRect" presStyleLbl="revTx" presStyleIdx="2" presStyleCnt="5" custLinFactX="-100000" custLinFactNeighborX="-135977" custLinFactNeighborY="-33">
        <dgm:presLayoutVars>
          <dgm:chMax val="1"/>
          <dgm:chPref val="1"/>
        </dgm:presLayoutVars>
      </dgm:prSet>
      <dgm:spPr/>
    </dgm:pt>
    <dgm:pt modelId="{6006855A-9635-40FE-BD41-1596B79E66C5}" type="pres">
      <dgm:prSet presAssocID="{5C016854-A5EF-4A69-8256-5B4B0EC8C422}" presName="sibTrans" presStyleCnt="0"/>
      <dgm:spPr/>
    </dgm:pt>
    <dgm:pt modelId="{11F8221A-F8DE-4F4D-80E6-07265080502C}" type="pres">
      <dgm:prSet presAssocID="{D98638DB-CB43-4407-BAC7-16BC76B3F4C7}" presName="compNode" presStyleCnt="0"/>
      <dgm:spPr/>
    </dgm:pt>
    <dgm:pt modelId="{091D3205-324B-4600-AEE0-256BE01B8C4A}" type="pres">
      <dgm:prSet presAssocID="{D98638DB-CB43-4407-BAC7-16BC76B3F4C7}" presName="iconBgRect" presStyleLbl="bgShp" presStyleIdx="3" presStyleCnt="5" custLinFactX="-47638" custLinFactY="100000" custLinFactNeighborX="-100000" custLinFactNeighborY="108787"/>
      <dgm:spPr/>
    </dgm:pt>
    <dgm:pt modelId="{795B2E36-98BD-45CC-A129-C5468848C6C7}" type="pres">
      <dgm:prSet presAssocID="{D98638DB-CB43-4407-BAC7-16BC76B3F4C7}" presName="iconRect" presStyleLbl="node1" presStyleIdx="3" presStyleCnt="5" custLinFactX="-100000" custLinFactY="163885" custLinFactNeighborX="-157312" custLinFactNeighborY="200000"/>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Web Design"/>
        </a:ext>
      </dgm:extLst>
    </dgm:pt>
    <dgm:pt modelId="{38F8C8E2-8385-448A-9360-A2A76D89BF5A}" type="pres">
      <dgm:prSet presAssocID="{D98638DB-CB43-4407-BAC7-16BC76B3F4C7}" presName="spaceRect" presStyleCnt="0"/>
      <dgm:spPr/>
    </dgm:pt>
    <dgm:pt modelId="{22B1B7EC-F301-4170-80BB-D05AD143F6E4}" type="pres">
      <dgm:prSet presAssocID="{D98638DB-CB43-4407-BAC7-16BC76B3F4C7}" presName="textRect" presStyleLbl="revTx" presStyleIdx="3" presStyleCnt="5" custLinFactY="118399" custLinFactNeighborX="-90059" custLinFactNeighborY="200000">
        <dgm:presLayoutVars>
          <dgm:chMax val="1"/>
          <dgm:chPref val="1"/>
        </dgm:presLayoutVars>
      </dgm:prSet>
      <dgm:spPr/>
    </dgm:pt>
    <dgm:pt modelId="{6F22DAA0-C926-4A9E-B0FB-D5519EEE4429}" type="pres">
      <dgm:prSet presAssocID="{BE34A8AD-05FD-490A-A1A0-D7CD9D111D03}" presName="sibTrans" presStyleCnt="0"/>
      <dgm:spPr/>
    </dgm:pt>
    <dgm:pt modelId="{EE1A5F2C-0170-443D-ADFC-3E3290708685}" type="pres">
      <dgm:prSet presAssocID="{9FF3B76E-379F-4526-8577-0A2DAF561014}" presName="compNode" presStyleCnt="0"/>
      <dgm:spPr/>
    </dgm:pt>
    <dgm:pt modelId="{6FE99382-D2B3-4BC0-89BB-CFCEF3C351AD}" type="pres">
      <dgm:prSet presAssocID="{9FF3B76E-379F-4526-8577-0A2DAF561014}" presName="iconBgRect" presStyleLbl="bgShp" presStyleIdx="4" presStyleCnt="5" custLinFactX="-75182" custLinFactNeighborX="-100000" custLinFactNeighborY="-19281"/>
      <dgm:spPr/>
    </dgm:pt>
    <dgm:pt modelId="{31198399-9C6D-459A-8031-0FD3773071AD}" type="pres">
      <dgm:prSet presAssocID="{9FF3B76E-379F-4526-8577-0A2DAF561014}" presName="iconRect" presStyleLbl="node1" presStyleIdx="4" presStyleCnt="5" custLinFactX="-105318" custLinFactNeighborX="-200000" custLinFactNeighborY="-33604"/>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a:noFill/>
        </a:ln>
      </dgm:spPr>
      <dgm:extLst>
        <a:ext uri="{E40237B7-FDA0-4F09-8148-C483321AD2D9}">
          <dgm14:cNvPr xmlns:dgm14="http://schemas.microsoft.com/office/drawing/2010/diagram" id="0" name="" descr="Keyboard outline"/>
        </a:ext>
      </dgm:extLst>
    </dgm:pt>
    <dgm:pt modelId="{2B9D7EE9-68BB-4F65-B03D-85BF9F6816C1}" type="pres">
      <dgm:prSet presAssocID="{9FF3B76E-379F-4526-8577-0A2DAF561014}" presName="spaceRect" presStyleCnt="0"/>
      <dgm:spPr/>
    </dgm:pt>
    <dgm:pt modelId="{94231C64-CD19-4A52-9B49-B74C5E7FA1B5}" type="pres">
      <dgm:prSet presAssocID="{9FF3B76E-379F-4526-8577-0A2DAF561014}" presName="textRect" presStyleLbl="revTx" presStyleIdx="4" presStyleCnt="5" custLinFactX="-6861" custLinFactNeighborX="-100000" custLinFactNeighborY="-29404">
        <dgm:presLayoutVars>
          <dgm:chMax val="1"/>
          <dgm:chPref val="1"/>
        </dgm:presLayoutVars>
      </dgm:prSet>
      <dgm:spPr/>
    </dgm:pt>
  </dgm:ptLst>
  <dgm:cxnLst>
    <dgm:cxn modelId="{95A09D0D-C131-4844-85D4-B52E431A16BF}" srcId="{D4939ACB-9EC0-4F25-BA15-963F8AF2E179}" destId="{155EDFB4-E1A2-4B22-A0C6-8637BDAA8605}" srcOrd="2" destOrd="0" parTransId="{5B315A21-5363-487D-BFEC-C6ADB9FF475F}" sibTransId="{5C016854-A5EF-4A69-8256-5B4B0EC8C422}"/>
    <dgm:cxn modelId="{64B57715-B096-47D9-A4AC-67203318BECA}" srcId="{D4939ACB-9EC0-4F25-BA15-963F8AF2E179}" destId="{CF80BFC3-FDFE-4381-8DF9-52DBB1AFD726}" srcOrd="0" destOrd="0" parTransId="{E87AE78F-79C2-4C6B-85C1-1A42129D1321}" sibTransId="{5FDF5539-6359-497A-B8E8-DC2ADF4A7E9B}"/>
    <dgm:cxn modelId="{C340C52F-B3C7-49D4-90AF-AC3FDC850C6E}" type="presOf" srcId="{D98638DB-CB43-4407-BAC7-16BC76B3F4C7}" destId="{22B1B7EC-F301-4170-80BB-D05AD143F6E4}" srcOrd="0" destOrd="0" presId="urn:microsoft.com/office/officeart/2018/5/layout/IconCircleLabelList"/>
    <dgm:cxn modelId="{F736964E-ED2D-4199-860A-45BE7AB6F455}" type="presOf" srcId="{D4939ACB-9EC0-4F25-BA15-963F8AF2E179}" destId="{FA4D2582-E865-44F9-820E-E71F87EF584F}" srcOrd="0" destOrd="0" presId="urn:microsoft.com/office/officeart/2018/5/layout/IconCircleLabelList"/>
    <dgm:cxn modelId="{AFE24C73-F3F5-45FA-BE71-196B95BC281E}" type="presOf" srcId="{9FF3B76E-379F-4526-8577-0A2DAF561014}" destId="{94231C64-CD19-4A52-9B49-B74C5E7FA1B5}" srcOrd="0" destOrd="0" presId="urn:microsoft.com/office/officeart/2018/5/layout/IconCircleLabelList"/>
    <dgm:cxn modelId="{DBB36C7A-6DF9-4D48-8F3B-C9C15E18458C}" srcId="{D4939ACB-9EC0-4F25-BA15-963F8AF2E179}" destId="{88B8700D-8C96-4197-B11C-6CFC3328B62D}" srcOrd="1" destOrd="0" parTransId="{5CD6AFA6-C178-4C6D-8C9D-77D2DC92D954}" sibTransId="{7F17D911-3873-4B0C-9B25-00F5E07F41D9}"/>
    <dgm:cxn modelId="{FBD4C588-CA24-477B-B815-B9C7FF2A6563}" type="presOf" srcId="{CF80BFC3-FDFE-4381-8DF9-52DBB1AFD726}" destId="{E97A8445-A5AC-4C48-8F58-C4E2E9F206D7}" srcOrd="0" destOrd="0" presId="urn:microsoft.com/office/officeart/2018/5/layout/IconCircleLabelList"/>
    <dgm:cxn modelId="{5CE9BCC3-720F-433B-893A-AE831EB7B626}" type="presOf" srcId="{155EDFB4-E1A2-4B22-A0C6-8637BDAA8605}" destId="{65543A89-6950-4664-887A-E47864210970}" srcOrd="0" destOrd="0" presId="urn:microsoft.com/office/officeart/2018/5/layout/IconCircleLabelList"/>
    <dgm:cxn modelId="{C7A561E1-167E-474E-915E-807AC009CAE8}" srcId="{D4939ACB-9EC0-4F25-BA15-963F8AF2E179}" destId="{D98638DB-CB43-4407-BAC7-16BC76B3F4C7}" srcOrd="3" destOrd="0" parTransId="{905750A4-A3DA-4ED0-A0F8-53EB1D61BA3A}" sibTransId="{BE34A8AD-05FD-490A-A1A0-D7CD9D111D03}"/>
    <dgm:cxn modelId="{AEA146E3-418D-40F2-9956-1A410A111A45}" srcId="{D4939ACB-9EC0-4F25-BA15-963F8AF2E179}" destId="{9FF3B76E-379F-4526-8577-0A2DAF561014}" srcOrd="4" destOrd="0" parTransId="{AC0AD28E-375F-4DFB-87C6-E0F71DF9C961}" sibTransId="{E0E28E07-F4AE-409A-9292-E5F5DDC2ADF1}"/>
    <dgm:cxn modelId="{1326ABEF-3A6C-4D6C-98F1-2161D4EC5F64}" type="presOf" srcId="{88B8700D-8C96-4197-B11C-6CFC3328B62D}" destId="{F8F721A0-7B64-41E1-A003-4FE21CC0C46E}" srcOrd="0" destOrd="0" presId="urn:microsoft.com/office/officeart/2018/5/layout/IconCircleLabelList"/>
    <dgm:cxn modelId="{6FB02F14-E755-4CC5-8745-C9DB1448F896}" type="presParOf" srcId="{FA4D2582-E865-44F9-820E-E71F87EF584F}" destId="{E5A11D8A-F374-4136-94C0-29729C9E7E18}" srcOrd="0" destOrd="0" presId="urn:microsoft.com/office/officeart/2018/5/layout/IconCircleLabelList"/>
    <dgm:cxn modelId="{99A7578F-6A8F-4909-A2D7-C07BB7FE39AE}" type="presParOf" srcId="{E5A11D8A-F374-4136-94C0-29729C9E7E18}" destId="{3697370A-7314-4FD0-807D-236E6124170D}" srcOrd="0" destOrd="0" presId="urn:microsoft.com/office/officeart/2018/5/layout/IconCircleLabelList"/>
    <dgm:cxn modelId="{51E632ED-D08F-4DEB-B2EA-09FAA23F20E7}" type="presParOf" srcId="{E5A11D8A-F374-4136-94C0-29729C9E7E18}" destId="{A92AB1F3-3618-4231-9396-4CA9ECB28461}" srcOrd="1" destOrd="0" presId="urn:microsoft.com/office/officeart/2018/5/layout/IconCircleLabelList"/>
    <dgm:cxn modelId="{3B5075E4-D246-4135-8A8A-7B8D3EF61AA8}" type="presParOf" srcId="{E5A11D8A-F374-4136-94C0-29729C9E7E18}" destId="{47F781CC-777D-4BF5-9B3A-05814078A6A5}" srcOrd="2" destOrd="0" presId="urn:microsoft.com/office/officeart/2018/5/layout/IconCircleLabelList"/>
    <dgm:cxn modelId="{C3F45084-463A-4667-8CDB-C464BE3E6CBA}" type="presParOf" srcId="{E5A11D8A-F374-4136-94C0-29729C9E7E18}" destId="{E97A8445-A5AC-4C48-8F58-C4E2E9F206D7}" srcOrd="3" destOrd="0" presId="urn:microsoft.com/office/officeart/2018/5/layout/IconCircleLabelList"/>
    <dgm:cxn modelId="{2AA80A6B-8D12-4E1C-8A33-E80ADC7702B0}" type="presParOf" srcId="{FA4D2582-E865-44F9-820E-E71F87EF584F}" destId="{3F4C9127-12F3-4DDE-8BFC-D0D7A1943502}" srcOrd="1" destOrd="0" presId="urn:microsoft.com/office/officeart/2018/5/layout/IconCircleLabelList"/>
    <dgm:cxn modelId="{6162D83B-D57E-4E6C-8F20-3C7609F94FF6}" type="presParOf" srcId="{FA4D2582-E865-44F9-820E-E71F87EF584F}" destId="{5C1D1581-0FAB-458A-B642-AFE500E5FC38}" srcOrd="2" destOrd="0" presId="urn:microsoft.com/office/officeart/2018/5/layout/IconCircleLabelList"/>
    <dgm:cxn modelId="{B35E886E-E27C-444B-BA16-45B4B930A84A}" type="presParOf" srcId="{5C1D1581-0FAB-458A-B642-AFE500E5FC38}" destId="{50C09C61-D06C-42A6-9363-C1E931AB2127}" srcOrd="0" destOrd="0" presId="urn:microsoft.com/office/officeart/2018/5/layout/IconCircleLabelList"/>
    <dgm:cxn modelId="{55653138-ED6F-4D96-B895-4A075B032D02}" type="presParOf" srcId="{5C1D1581-0FAB-458A-B642-AFE500E5FC38}" destId="{6B45EAC4-FD3B-470B-88D0-8D55AE7D704E}" srcOrd="1" destOrd="0" presId="urn:microsoft.com/office/officeart/2018/5/layout/IconCircleLabelList"/>
    <dgm:cxn modelId="{C17E76EE-415F-4D9F-A74C-4CE916B4097F}" type="presParOf" srcId="{5C1D1581-0FAB-458A-B642-AFE500E5FC38}" destId="{6434E226-FEE5-4947-B258-7DBA4827D526}" srcOrd="2" destOrd="0" presId="urn:microsoft.com/office/officeart/2018/5/layout/IconCircleLabelList"/>
    <dgm:cxn modelId="{1440900B-482F-413A-8B37-1E68DF5EB0E0}" type="presParOf" srcId="{5C1D1581-0FAB-458A-B642-AFE500E5FC38}" destId="{F8F721A0-7B64-41E1-A003-4FE21CC0C46E}" srcOrd="3" destOrd="0" presId="urn:microsoft.com/office/officeart/2018/5/layout/IconCircleLabelList"/>
    <dgm:cxn modelId="{935883F7-48BF-4311-AD8A-6CDEF02E8AD9}" type="presParOf" srcId="{FA4D2582-E865-44F9-820E-E71F87EF584F}" destId="{A8838474-B4C8-4A12-8E39-C3F79C7810BB}" srcOrd="3" destOrd="0" presId="urn:microsoft.com/office/officeart/2018/5/layout/IconCircleLabelList"/>
    <dgm:cxn modelId="{456427B5-9B2D-4AE3-A67F-54DB8BAB6731}" type="presParOf" srcId="{FA4D2582-E865-44F9-820E-E71F87EF584F}" destId="{5FCA9BB9-0875-474D-8C3B-E0A1A4DE32D4}" srcOrd="4" destOrd="0" presId="urn:microsoft.com/office/officeart/2018/5/layout/IconCircleLabelList"/>
    <dgm:cxn modelId="{F85084CD-8B0C-402B-80A9-29C34AA91AD4}" type="presParOf" srcId="{5FCA9BB9-0875-474D-8C3B-E0A1A4DE32D4}" destId="{EAE2A75F-B50C-4D0B-ABE1-92CB394F5165}" srcOrd="0" destOrd="0" presId="urn:microsoft.com/office/officeart/2018/5/layout/IconCircleLabelList"/>
    <dgm:cxn modelId="{B1B0B7EF-148D-4900-91BB-E848680CB3F0}" type="presParOf" srcId="{5FCA9BB9-0875-474D-8C3B-E0A1A4DE32D4}" destId="{47892BF1-2E53-438F-B129-CDF4CA79A7CA}" srcOrd="1" destOrd="0" presId="urn:microsoft.com/office/officeart/2018/5/layout/IconCircleLabelList"/>
    <dgm:cxn modelId="{200D6FCF-4C0F-43EB-9AFA-0F9118146FE5}" type="presParOf" srcId="{5FCA9BB9-0875-474D-8C3B-E0A1A4DE32D4}" destId="{990ACE7E-14AC-4929-B730-178F72BEC019}" srcOrd="2" destOrd="0" presId="urn:microsoft.com/office/officeart/2018/5/layout/IconCircleLabelList"/>
    <dgm:cxn modelId="{41F68E7B-85E4-4C82-B428-7B124554AD1D}" type="presParOf" srcId="{5FCA9BB9-0875-474D-8C3B-E0A1A4DE32D4}" destId="{65543A89-6950-4664-887A-E47864210970}" srcOrd="3" destOrd="0" presId="urn:microsoft.com/office/officeart/2018/5/layout/IconCircleLabelList"/>
    <dgm:cxn modelId="{7A15CD88-5AB7-49E4-9B4C-FA6FDF2115A7}" type="presParOf" srcId="{FA4D2582-E865-44F9-820E-E71F87EF584F}" destId="{6006855A-9635-40FE-BD41-1596B79E66C5}" srcOrd="5" destOrd="0" presId="urn:microsoft.com/office/officeart/2018/5/layout/IconCircleLabelList"/>
    <dgm:cxn modelId="{CA9ABA19-CABC-413E-8769-3299F8B0104C}" type="presParOf" srcId="{FA4D2582-E865-44F9-820E-E71F87EF584F}" destId="{11F8221A-F8DE-4F4D-80E6-07265080502C}" srcOrd="6" destOrd="0" presId="urn:microsoft.com/office/officeart/2018/5/layout/IconCircleLabelList"/>
    <dgm:cxn modelId="{D84B8AC7-F30C-4209-BE1F-EAC63A832473}" type="presParOf" srcId="{11F8221A-F8DE-4F4D-80E6-07265080502C}" destId="{091D3205-324B-4600-AEE0-256BE01B8C4A}" srcOrd="0" destOrd="0" presId="urn:microsoft.com/office/officeart/2018/5/layout/IconCircleLabelList"/>
    <dgm:cxn modelId="{ADA33083-0977-4681-A491-ACCF31439CF9}" type="presParOf" srcId="{11F8221A-F8DE-4F4D-80E6-07265080502C}" destId="{795B2E36-98BD-45CC-A129-C5468848C6C7}" srcOrd="1" destOrd="0" presId="urn:microsoft.com/office/officeart/2018/5/layout/IconCircleLabelList"/>
    <dgm:cxn modelId="{CBC45016-FE8C-4785-B3AA-D40093D0B24C}" type="presParOf" srcId="{11F8221A-F8DE-4F4D-80E6-07265080502C}" destId="{38F8C8E2-8385-448A-9360-A2A76D89BF5A}" srcOrd="2" destOrd="0" presId="urn:microsoft.com/office/officeart/2018/5/layout/IconCircleLabelList"/>
    <dgm:cxn modelId="{027A107A-28F8-4084-A477-29A7A2D06F1D}" type="presParOf" srcId="{11F8221A-F8DE-4F4D-80E6-07265080502C}" destId="{22B1B7EC-F301-4170-80BB-D05AD143F6E4}" srcOrd="3" destOrd="0" presId="urn:microsoft.com/office/officeart/2018/5/layout/IconCircleLabelList"/>
    <dgm:cxn modelId="{DDDBF8CC-65AD-448A-9205-7B642AFD7FA9}" type="presParOf" srcId="{FA4D2582-E865-44F9-820E-E71F87EF584F}" destId="{6F22DAA0-C926-4A9E-B0FB-D5519EEE4429}" srcOrd="7" destOrd="0" presId="urn:microsoft.com/office/officeart/2018/5/layout/IconCircleLabelList"/>
    <dgm:cxn modelId="{D56DF915-7B1D-48B8-BB8E-48482FC4489A}" type="presParOf" srcId="{FA4D2582-E865-44F9-820E-E71F87EF584F}" destId="{EE1A5F2C-0170-443D-ADFC-3E3290708685}" srcOrd="8" destOrd="0" presId="urn:microsoft.com/office/officeart/2018/5/layout/IconCircleLabelList"/>
    <dgm:cxn modelId="{A984D4E9-4A49-4FCF-9D85-5758D29DCD2C}" type="presParOf" srcId="{EE1A5F2C-0170-443D-ADFC-3E3290708685}" destId="{6FE99382-D2B3-4BC0-89BB-CFCEF3C351AD}" srcOrd="0" destOrd="0" presId="urn:microsoft.com/office/officeart/2018/5/layout/IconCircleLabelList"/>
    <dgm:cxn modelId="{E2197DBE-CE6F-4597-9703-556292644BE8}" type="presParOf" srcId="{EE1A5F2C-0170-443D-ADFC-3E3290708685}" destId="{31198399-9C6D-459A-8031-0FD3773071AD}" srcOrd="1" destOrd="0" presId="urn:microsoft.com/office/officeart/2018/5/layout/IconCircleLabelList"/>
    <dgm:cxn modelId="{84B104B0-42FB-4454-9F7F-48DEB672424C}" type="presParOf" srcId="{EE1A5F2C-0170-443D-ADFC-3E3290708685}" destId="{2B9D7EE9-68BB-4F65-B03D-85BF9F6816C1}" srcOrd="2" destOrd="0" presId="urn:microsoft.com/office/officeart/2018/5/layout/IconCircleLabelList"/>
    <dgm:cxn modelId="{7777844A-4798-4A48-873A-0D24765A8F1B}" type="presParOf" srcId="{EE1A5F2C-0170-443D-ADFC-3E3290708685}" destId="{94231C64-CD19-4A52-9B49-B74C5E7FA1B5}" srcOrd="3" destOrd="0" presId="urn:microsoft.com/office/officeart/2018/5/layout/IconCircleLabel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3177FC-DB45-4EE5-BB45-2B14E0C6500E}">
      <dsp:nvSpPr>
        <dsp:cNvPr id="0" name=""/>
        <dsp:cNvSpPr/>
      </dsp:nvSpPr>
      <dsp:spPr>
        <a:xfrm>
          <a:off x="738477" y="1037662"/>
          <a:ext cx="1079825" cy="107982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9223D96-A1CD-4647-835F-DAA61000F6CC}">
      <dsp:nvSpPr>
        <dsp:cNvPr id="0" name=""/>
        <dsp:cNvSpPr/>
      </dsp:nvSpPr>
      <dsp:spPr>
        <a:xfrm>
          <a:off x="78583"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pPr>
          <a:r>
            <a:rPr lang="en-AU" sz="3100" kern="1200" dirty="0"/>
            <a:t>Testing</a:t>
          </a:r>
        </a:p>
      </dsp:txBody>
      <dsp:txXfrm>
        <a:off x="78583" y="2435142"/>
        <a:ext cx="2399612" cy="720000"/>
      </dsp:txXfrm>
    </dsp:sp>
    <dsp:sp modelId="{9DBA9D5A-501E-4709-94DA-73A542D7A5BD}">
      <dsp:nvSpPr>
        <dsp:cNvPr id="0" name=""/>
        <dsp:cNvSpPr/>
      </dsp:nvSpPr>
      <dsp:spPr>
        <a:xfrm>
          <a:off x="3558022" y="1037662"/>
          <a:ext cx="1079825" cy="1079825"/>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15000" r="-15000"/>
          </a:stretch>
        </a:blip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61EE868-2EB6-49EF-8CE0-E4C66CD38982}">
      <dsp:nvSpPr>
        <dsp:cNvPr id="0" name=""/>
        <dsp:cNvSpPr/>
      </dsp:nvSpPr>
      <dsp:spPr>
        <a:xfrm>
          <a:off x="2898129"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pPr>
          <a:r>
            <a:rPr lang="en-AU" sz="3100" kern="1200" dirty="0"/>
            <a:t>Demonstration</a:t>
          </a:r>
        </a:p>
      </dsp:txBody>
      <dsp:txXfrm>
        <a:off x="2898129" y="2435142"/>
        <a:ext cx="2399612" cy="720000"/>
      </dsp:txXfrm>
    </dsp:sp>
    <dsp:sp modelId="{C473F28A-D303-40DA-A39D-6F57914633D6}">
      <dsp:nvSpPr>
        <dsp:cNvPr id="0" name=""/>
        <dsp:cNvSpPr/>
      </dsp:nvSpPr>
      <dsp:spPr>
        <a:xfrm>
          <a:off x="6377567" y="1037662"/>
          <a:ext cx="1079825" cy="1079825"/>
        </a:xfrm>
        <a:prstGeom prst="rect">
          <a:avLst/>
        </a:prstGeom>
        <a:blipFill>
          <a:blip xmlns:r="http://schemas.openxmlformats.org/officeDocument/2006/relationships" r:embed="rId4">
            <a:extLst>
              <a:ext uri="{837473B0-CC2E-450A-ABE3-18F120FF3D39}">
                <a1611:picAttrSrcUrl xmlns:a1611="http://schemas.microsoft.com/office/drawing/2016/11/main" r:id="rId5"/>
              </a:ext>
            </a:extLst>
          </a:blip>
          <a:srcRect/>
          <a:stretch>
            <a:fillRect l="-39000" r="-39000"/>
          </a:stretch>
        </a:blip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45E4040-1887-4B5D-A250-83E47D2F5F19}">
      <dsp:nvSpPr>
        <dsp:cNvPr id="0" name=""/>
        <dsp:cNvSpPr/>
      </dsp:nvSpPr>
      <dsp:spPr>
        <a:xfrm>
          <a:off x="5717674"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pPr>
          <a:r>
            <a:rPr lang="en-AU" sz="3100" kern="1200" dirty="0"/>
            <a:t>Privacy</a:t>
          </a:r>
        </a:p>
      </dsp:txBody>
      <dsp:txXfrm>
        <a:off x="5717674" y="2435142"/>
        <a:ext cx="2399612"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999713-9558-481B-A38D-4A473CC027D5}">
      <dsp:nvSpPr>
        <dsp:cNvPr id="0" name=""/>
        <dsp:cNvSpPr/>
      </dsp:nvSpPr>
      <dsp:spPr>
        <a:xfrm>
          <a:off x="738477" y="1037662"/>
          <a:ext cx="1079825" cy="107982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6324CF4-688C-4F35-8562-C1C7619C3E78}">
      <dsp:nvSpPr>
        <dsp:cNvPr id="0" name=""/>
        <dsp:cNvSpPr/>
      </dsp:nvSpPr>
      <dsp:spPr>
        <a:xfrm>
          <a:off x="78583"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US" sz="1700" kern="1200"/>
            <a:t>Python app generating synthetic patient data based on prompts</a:t>
          </a:r>
        </a:p>
      </dsp:txBody>
      <dsp:txXfrm>
        <a:off x="78583" y="2435142"/>
        <a:ext cx="2399612" cy="720000"/>
      </dsp:txXfrm>
    </dsp:sp>
    <dsp:sp modelId="{CD3BF99F-B43D-4029-8E3B-BD61E8D092B7}">
      <dsp:nvSpPr>
        <dsp:cNvPr id="0" name=""/>
        <dsp:cNvSpPr/>
      </dsp:nvSpPr>
      <dsp:spPr>
        <a:xfrm>
          <a:off x="3558022" y="1037662"/>
          <a:ext cx="1079825" cy="1079825"/>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A79684A-CA7D-4758-8768-633961ACCF1B}">
      <dsp:nvSpPr>
        <dsp:cNvPr id="0" name=""/>
        <dsp:cNvSpPr/>
      </dsp:nvSpPr>
      <dsp:spPr>
        <a:xfrm>
          <a:off x="2898129"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US" sz="1700" kern="1200" dirty="0"/>
            <a:t>AI RAG pipeline for contextual generation</a:t>
          </a:r>
        </a:p>
      </dsp:txBody>
      <dsp:txXfrm>
        <a:off x="2898129" y="2435142"/>
        <a:ext cx="2399612" cy="720000"/>
      </dsp:txXfrm>
    </dsp:sp>
    <dsp:sp modelId="{881D2537-6444-4A66-BE64-EB5E6A217055}">
      <dsp:nvSpPr>
        <dsp:cNvPr id="0" name=""/>
        <dsp:cNvSpPr/>
      </dsp:nvSpPr>
      <dsp:spPr>
        <a:xfrm>
          <a:off x="6377567" y="1037662"/>
          <a:ext cx="1079825" cy="1079825"/>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4AF074A-2FCA-4F76-9C61-811BACDD6A3E}">
      <dsp:nvSpPr>
        <dsp:cNvPr id="0" name=""/>
        <dsp:cNvSpPr/>
      </dsp:nvSpPr>
      <dsp:spPr>
        <a:xfrm>
          <a:off x="5717674"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US" sz="1700" kern="1200"/>
            <a:t>Simple browser interface for interaction</a:t>
          </a:r>
        </a:p>
      </dsp:txBody>
      <dsp:txXfrm>
        <a:off x="5717674" y="2435142"/>
        <a:ext cx="2399612"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97370A-7314-4FD0-807D-236E6124170D}">
      <dsp:nvSpPr>
        <dsp:cNvPr id="0" name=""/>
        <dsp:cNvSpPr/>
      </dsp:nvSpPr>
      <dsp:spPr>
        <a:xfrm>
          <a:off x="6015782" y="53375"/>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2AB1F3-3618-4231-9396-4CA9ECB28461}">
      <dsp:nvSpPr>
        <dsp:cNvPr id="0" name=""/>
        <dsp:cNvSpPr/>
      </dsp:nvSpPr>
      <dsp:spPr>
        <a:xfrm>
          <a:off x="6237389" y="259036"/>
          <a:ext cx="553710" cy="553710"/>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97A8445-A5AC-4C48-8F58-C4E2E9F206D7}">
      <dsp:nvSpPr>
        <dsp:cNvPr id="0" name=""/>
        <dsp:cNvSpPr/>
      </dsp:nvSpPr>
      <dsp:spPr>
        <a:xfrm>
          <a:off x="5707272" y="1318998"/>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a:t>AI reasoning: rag_agent.py</a:t>
          </a:r>
        </a:p>
      </dsp:txBody>
      <dsp:txXfrm>
        <a:off x="5707272" y="1318998"/>
        <a:ext cx="1582031" cy="632812"/>
      </dsp:txXfrm>
    </dsp:sp>
    <dsp:sp modelId="{50C09C61-D06C-42A6-9363-C1E931AB2127}">
      <dsp:nvSpPr>
        <dsp:cNvPr id="0" name=""/>
        <dsp:cNvSpPr/>
      </dsp:nvSpPr>
      <dsp:spPr>
        <a:xfrm>
          <a:off x="3509980" y="324251"/>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B45EAC4-FD3B-470B-88D0-8D55AE7D704E}">
      <dsp:nvSpPr>
        <dsp:cNvPr id="0" name=""/>
        <dsp:cNvSpPr/>
      </dsp:nvSpPr>
      <dsp:spPr>
        <a:xfrm>
          <a:off x="3715669" y="529978"/>
          <a:ext cx="553710" cy="55371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8F721A0-7B64-41E1-A003-4FE21CC0C46E}">
      <dsp:nvSpPr>
        <dsp:cNvPr id="0" name=""/>
        <dsp:cNvSpPr/>
      </dsp:nvSpPr>
      <dsp:spPr>
        <a:xfrm>
          <a:off x="3201540" y="1589931"/>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dirty="0"/>
            <a:t>Retrieval: vector_store.py</a:t>
          </a:r>
        </a:p>
      </dsp:txBody>
      <dsp:txXfrm>
        <a:off x="3201540" y="1589931"/>
        <a:ext cx="1582031" cy="632812"/>
      </dsp:txXfrm>
    </dsp:sp>
    <dsp:sp modelId="{EAE2A75F-B50C-4D0B-ABE1-92CB394F5165}">
      <dsp:nvSpPr>
        <dsp:cNvPr id="0" name=""/>
        <dsp:cNvSpPr/>
      </dsp:nvSpPr>
      <dsp:spPr>
        <a:xfrm>
          <a:off x="811625" y="0"/>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892BF1-2E53-438F-B129-CDF4CA79A7CA}">
      <dsp:nvSpPr>
        <dsp:cNvPr id="0" name=""/>
        <dsp:cNvSpPr/>
      </dsp:nvSpPr>
      <dsp:spPr>
        <a:xfrm>
          <a:off x="1017282" y="205670"/>
          <a:ext cx="553710" cy="553710"/>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5543A89-6950-4664-887A-E47864210970}">
      <dsp:nvSpPr>
        <dsp:cNvPr id="0" name=""/>
        <dsp:cNvSpPr/>
      </dsp:nvSpPr>
      <dsp:spPr>
        <a:xfrm>
          <a:off x="503133" y="1265627"/>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dirty="0"/>
            <a:t>Data preparation: data_prep.py</a:t>
          </a:r>
        </a:p>
      </dsp:txBody>
      <dsp:txXfrm>
        <a:off x="503133" y="1265627"/>
        <a:ext cx="1582031" cy="632812"/>
      </dsp:txXfrm>
    </dsp:sp>
    <dsp:sp modelId="{091D3205-324B-4600-AEE0-256BE01B8C4A}">
      <dsp:nvSpPr>
        <dsp:cNvPr id="0" name=""/>
        <dsp:cNvSpPr/>
      </dsp:nvSpPr>
      <dsp:spPr>
        <a:xfrm>
          <a:off x="4978981" y="2015087"/>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95B2E36-98BD-45CC-A129-C5468848C6C7}">
      <dsp:nvSpPr>
        <dsp:cNvPr id="0" name=""/>
        <dsp:cNvSpPr/>
      </dsp:nvSpPr>
      <dsp:spPr>
        <a:xfrm>
          <a:off x="5184645" y="2220746"/>
          <a:ext cx="553710" cy="55371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2B1B7EC-F301-4170-80BB-D05AD143F6E4}">
      <dsp:nvSpPr>
        <dsp:cNvPr id="0" name=""/>
        <dsp:cNvSpPr/>
      </dsp:nvSpPr>
      <dsp:spPr>
        <a:xfrm>
          <a:off x="4670488" y="3280704"/>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dirty="0"/>
            <a:t>Web UI: web.py</a:t>
          </a:r>
        </a:p>
      </dsp:txBody>
      <dsp:txXfrm>
        <a:off x="4670488" y="3280704"/>
        <a:ext cx="1582031" cy="632812"/>
      </dsp:txXfrm>
    </dsp:sp>
    <dsp:sp modelId="{6FE99382-D2B3-4BC0-89BB-CFCEF3C351AD}">
      <dsp:nvSpPr>
        <dsp:cNvPr id="0" name=""/>
        <dsp:cNvSpPr/>
      </dsp:nvSpPr>
      <dsp:spPr>
        <a:xfrm>
          <a:off x="1924841" y="2108087"/>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198399-9C6D-459A-8031-0FD3773071AD}">
      <dsp:nvSpPr>
        <dsp:cNvPr id="0" name=""/>
        <dsp:cNvSpPr/>
      </dsp:nvSpPr>
      <dsp:spPr>
        <a:xfrm>
          <a:off x="2130500" y="2313751"/>
          <a:ext cx="553710" cy="553710"/>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4231C64-CD19-4A52-9B49-B74C5E7FA1B5}">
      <dsp:nvSpPr>
        <dsp:cNvPr id="0" name=""/>
        <dsp:cNvSpPr/>
      </dsp:nvSpPr>
      <dsp:spPr>
        <a:xfrm>
          <a:off x="1616345" y="3373709"/>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a:t>Main entry: main.py</a:t>
          </a:r>
        </a:p>
      </dsp:txBody>
      <dsp:txXfrm>
        <a:off x="1616345" y="3373709"/>
        <a:ext cx="1582031" cy="632812"/>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31692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project and the team.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err="1"/>
              <a:t>Synthethic</a:t>
            </a:r>
            <a:r>
              <a:rPr lang="en-AU" dirty="0"/>
              <a:t> Medical Data Generation would be useful for Testing, Creating Demonstration while maintaining Patient’s Privacy.</a:t>
            </a:r>
          </a:p>
          <a:p>
            <a:r>
              <a:rPr lang="en-AU" dirty="0"/>
              <a:t>Previously we would need to obtain data from site, which comes with issue with Patient’s Privacy and many approvals process which makes it difficult.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Project is about creating an AI agent to generate a synthetic medical data based on user prompt.</a:t>
            </a:r>
            <a:br>
              <a:rPr lang="en-AU" dirty="0"/>
            </a:br>
            <a:r>
              <a:rPr lang="en-AU" dirty="0"/>
              <a:t>AI agent would use RAG based approach on generating the data, equipped with web tools to DuckDuckGo, Wikipedia, PubMed and </a:t>
            </a:r>
            <a:r>
              <a:rPr lang="en-AU" dirty="0" err="1"/>
              <a:t>Arxciv</a:t>
            </a:r>
            <a:r>
              <a:rPr lang="en-AU" dirty="0"/>
              <a:t> to be able to gather relevant medical information while creating medical data.</a:t>
            </a:r>
          </a:p>
          <a:p>
            <a:r>
              <a:rPr lang="en-AU" dirty="0"/>
              <a:t>A simple web interface is given for demonstration purposes.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17789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A05F5-3DF4-B184-9C76-81F08A2BE2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F692B1-2C84-992F-B3B9-22D7192A6AB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0DC5FA3-2169-1B3A-38F9-D21E8237CD2D}"/>
              </a:ext>
            </a:extLst>
          </p:cNvPr>
          <p:cNvSpPr>
            <a:spLocks noGrp="1"/>
          </p:cNvSpPr>
          <p:nvPr>
            <p:ph type="body" sz="quarter" idx="3"/>
          </p:nvPr>
        </p:nvSpPr>
        <p:spPr/>
        <p:txBody>
          <a:bodyPr/>
          <a:lstStyle/>
          <a:p>
            <a:r>
              <a:rPr lang="en-AU" dirty="0"/>
              <a:t>Technical Structure of the application, from getting user prompt to generating the output. Explain in details on how AI Agent would interact with User Prompt, Medical Context, the use of Vector and embeddings with the web tools.</a:t>
            </a:r>
            <a:endParaRPr dirty="0"/>
          </a:p>
        </p:txBody>
      </p:sp>
      <p:sp>
        <p:nvSpPr>
          <p:cNvPr id="4" name="Slide Number Placeholder 3">
            <a:extLst>
              <a:ext uri="{FF2B5EF4-FFF2-40B4-BE49-F238E27FC236}">
                <a16:creationId xmlns:a16="http://schemas.microsoft.com/office/drawing/2014/main" id="{E8EAD659-899A-3EC7-6779-C02369C74183}"/>
              </a:ext>
            </a:extLst>
          </p:cNvPr>
          <p:cNvSpPr>
            <a:spLocks noGrp="1"/>
          </p:cNvSpPr>
          <p:nvPr>
            <p:ph type="sldNum" sz="quarter" idx="5"/>
          </p:nvPr>
        </p:nvSpPr>
        <p:spPr/>
      </p:sp>
    </p:spTree>
    <p:extLst>
      <p:ext uri="{BB962C8B-B14F-4D97-AF65-F5344CB8AC3E}">
        <p14:creationId xmlns:p14="http://schemas.microsoft.com/office/powerpoint/2010/main" val="6723586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Highlight files and explain what each one contributes.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Describe what the team struggled with and how they resolved issues.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slideLayout" Target="../slideLayouts/slideLayout2.xml"/><Relationship Id="rId7" Type="http://schemas.openxmlformats.org/officeDocument/2006/relationships/diagramQuickStyle" Target="../diagrams/quickStyle1.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diagramLayout" Target="../diagrams/layout1.xml"/><Relationship Id="rId5" Type="http://schemas.openxmlformats.org/officeDocument/2006/relationships/diagramData" Target="../diagrams/data1.xml"/><Relationship Id="rId10" Type="http://schemas.openxmlformats.org/officeDocument/2006/relationships/image" Target="../media/image1.png"/><Relationship Id="rId4" Type="http://schemas.openxmlformats.org/officeDocument/2006/relationships/notesSlide" Target="../notesSlides/notesSlide2.xml"/><Relationship Id="rId9" Type="http://schemas.microsoft.com/office/2007/relationships/diagramDrawing" Target="../diagrams/drawing1.xml"/></Relationships>
</file>

<file path=ppt/slides/_rels/slide3.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slideLayout" Target="../slideLayouts/slideLayout2.xml"/><Relationship Id="rId7" Type="http://schemas.openxmlformats.org/officeDocument/2006/relationships/diagramQuickStyle" Target="../diagrams/quickStyle2.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diagramLayout" Target="../diagrams/layout2.xml"/><Relationship Id="rId5" Type="http://schemas.openxmlformats.org/officeDocument/2006/relationships/diagramData" Target="../diagrams/data2.xml"/><Relationship Id="rId10" Type="http://schemas.openxmlformats.org/officeDocument/2006/relationships/image" Target="../media/image1.png"/><Relationship Id="rId4" Type="http://schemas.openxmlformats.org/officeDocument/2006/relationships/notesSlide" Target="../notesSlides/notesSlide3.xml"/><Relationship Id="rId9" Type="http://schemas.microsoft.com/office/2007/relationships/diagramDrawing" Target="../diagrams/drawing2.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3.xml"/><Relationship Id="rId3" Type="http://schemas.openxmlformats.org/officeDocument/2006/relationships/slideLayout" Target="../slideLayouts/slideLayout2.xml"/><Relationship Id="rId7" Type="http://schemas.openxmlformats.org/officeDocument/2006/relationships/diagramQuickStyle" Target="../diagrams/quickStyle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diagramLayout" Target="../diagrams/layout3.xml"/><Relationship Id="rId5" Type="http://schemas.openxmlformats.org/officeDocument/2006/relationships/diagramData" Target="../diagrams/data3.xml"/><Relationship Id="rId10" Type="http://schemas.openxmlformats.org/officeDocument/2006/relationships/image" Target="../media/image1.png"/><Relationship Id="rId4" Type="http://schemas.openxmlformats.org/officeDocument/2006/relationships/notesSlide" Target="../notesSlides/notesSlide5.xml"/><Relationship Id="rId9" Type="http://schemas.microsoft.com/office/2007/relationships/diagramDrawing" Target="../diagrams/drawing3.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1.png"/><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p:nvPr>
        </p:nvSpPr>
        <p:spPr>
          <a:xfrm>
            <a:off x="986118" y="735106"/>
            <a:ext cx="7540322" cy="2928470"/>
          </a:xfrm>
        </p:spPr>
        <p:txBody>
          <a:bodyPr anchor="b">
            <a:normAutofit/>
          </a:bodyPr>
          <a:lstStyle/>
          <a:p>
            <a:pPr algn="l"/>
            <a:r>
              <a:rPr lang="en-AU" sz="4200" dirty="0">
                <a:solidFill>
                  <a:srgbClr val="FFFFFF"/>
                </a:solidFill>
                <a:latin typeface="Calibri"/>
              </a:rPr>
              <a:t>AI-Powered Synthetic Medical Data Generator</a:t>
            </a:r>
          </a:p>
        </p:txBody>
      </p:sp>
      <p:sp>
        <p:nvSpPr>
          <p:cNvPr id="3" name="Subtitle 2"/>
          <p:cNvSpPr>
            <a:spLocks noGrp="1"/>
          </p:cNvSpPr>
          <p:nvPr>
            <p:ph type="subTitle" idx="1"/>
          </p:nvPr>
        </p:nvSpPr>
        <p:spPr>
          <a:xfrm>
            <a:off x="986118" y="4734325"/>
            <a:ext cx="7504463" cy="1458258"/>
          </a:xfrm>
        </p:spPr>
        <p:txBody>
          <a:bodyPr anchor="ctr">
            <a:normAutofit/>
          </a:bodyPr>
          <a:lstStyle/>
          <a:p>
            <a:pPr algn="l">
              <a:lnSpc>
                <a:spcPct val="90000"/>
              </a:lnSpc>
            </a:pPr>
            <a:r>
              <a:rPr lang="en-AU" sz="1500" b="1" dirty="0">
                <a:latin typeface="Calibri"/>
              </a:rPr>
              <a:t>Final Project Presentation</a:t>
            </a:r>
          </a:p>
          <a:p>
            <a:pPr algn="l">
              <a:lnSpc>
                <a:spcPct val="90000"/>
              </a:lnSpc>
            </a:pPr>
            <a:r>
              <a:rPr lang="en-AU" sz="1500" dirty="0">
                <a:latin typeface="Calibri"/>
              </a:rPr>
              <a:t>Daimond Hidris</a:t>
            </a:r>
          </a:p>
          <a:p>
            <a:pPr algn="l">
              <a:lnSpc>
                <a:spcPct val="90000"/>
              </a:lnSpc>
            </a:pPr>
            <a:r>
              <a:rPr lang="en-AU" sz="1500" dirty="0">
                <a:latin typeface="Calibri"/>
              </a:rPr>
              <a:t>Denise Lai</a:t>
            </a:r>
          </a:p>
          <a:p>
            <a:pPr algn="l">
              <a:lnSpc>
                <a:spcPct val="90000"/>
              </a:lnSpc>
            </a:pPr>
            <a:r>
              <a:rPr lang="en-AU" sz="1500" dirty="0">
                <a:latin typeface="Calibri"/>
              </a:rPr>
              <a:t>John Hart</a:t>
            </a:r>
          </a:p>
          <a:p>
            <a:pPr algn="l">
              <a:lnSpc>
                <a:spcPct val="90000"/>
              </a:lnSpc>
            </a:pPr>
            <a:r>
              <a:rPr lang="en-AU" sz="1500" dirty="0">
                <a:latin typeface="Calibri"/>
              </a:rPr>
              <a:t>Jolyon Smith</a:t>
            </a:r>
          </a:p>
        </p:txBody>
      </p:sp>
      <p:pic>
        <p:nvPicPr>
          <p:cNvPr id="4" name="slide_1_narration_v2">
            <a:hlinkClick r:id="" action="ppaction://media"/>
            <a:extLst>
              <a:ext uri="{FF2B5EF4-FFF2-40B4-BE49-F238E27FC236}">
                <a16:creationId xmlns:a16="http://schemas.microsoft.com/office/drawing/2014/main" id="{359404CB-9F44-C85F-3371-53E433498D4C}"/>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549188" y="283708"/>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806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4"/>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028697" y="348865"/>
            <a:ext cx="7533018" cy="877729"/>
          </a:xfrm>
        </p:spPr>
        <p:txBody>
          <a:bodyPr anchor="ctr">
            <a:normAutofit/>
          </a:bodyPr>
          <a:lstStyle/>
          <a:p>
            <a:r>
              <a:rPr lang="en-AU" sz="3500" dirty="0">
                <a:solidFill>
                  <a:srgbClr val="FFFFFF"/>
                </a:solidFill>
                <a:latin typeface="Calibri"/>
              </a:rPr>
              <a:t>The Why</a:t>
            </a:r>
          </a:p>
        </p:txBody>
      </p:sp>
      <p:graphicFrame>
        <p:nvGraphicFramePr>
          <p:cNvPr id="21" name="Content Placeholder 2">
            <a:extLst>
              <a:ext uri="{FF2B5EF4-FFF2-40B4-BE49-F238E27FC236}">
                <a16:creationId xmlns:a16="http://schemas.microsoft.com/office/drawing/2014/main" id="{DA546AFA-2DE6-A968-4392-85693662AEE4}"/>
              </a:ext>
            </a:extLst>
          </p:cNvPr>
          <p:cNvGraphicFramePr>
            <a:graphicFrameLocks noGrp="1"/>
          </p:cNvGraphicFramePr>
          <p:nvPr>
            <p:ph idx="1"/>
            <p:extLst>
              <p:ext uri="{D42A27DB-BD31-4B8C-83A1-F6EECF244321}">
                <p14:modId xmlns:p14="http://schemas.microsoft.com/office/powerpoint/2010/main" val="2203457347"/>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3" name="slide_2_narration_v2">
            <a:hlinkClick r:id="" action="ppaction://media"/>
            <a:extLst>
              <a:ext uri="{FF2B5EF4-FFF2-40B4-BE49-F238E27FC236}">
                <a16:creationId xmlns:a16="http://schemas.microsoft.com/office/drawing/2014/main" id="{9BC2B451-42CE-AFCA-6A8D-1693DFE1A262}"/>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8476471" y="33483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8296"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028697" y="348865"/>
            <a:ext cx="7533018" cy="877729"/>
          </a:xfrm>
        </p:spPr>
        <p:txBody>
          <a:bodyPr anchor="ctr">
            <a:normAutofit/>
          </a:bodyPr>
          <a:lstStyle/>
          <a:p>
            <a:r>
              <a:rPr lang="en-AU" sz="3500">
                <a:solidFill>
                  <a:srgbClr val="FFFFFF"/>
                </a:solidFill>
                <a:latin typeface="Calibri"/>
              </a:rPr>
              <a:t>Project Overview</a:t>
            </a:r>
          </a:p>
        </p:txBody>
      </p:sp>
      <p:graphicFrame>
        <p:nvGraphicFramePr>
          <p:cNvPr id="21" name="Content Placeholder 2">
            <a:extLst>
              <a:ext uri="{FF2B5EF4-FFF2-40B4-BE49-F238E27FC236}">
                <a16:creationId xmlns:a16="http://schemas.microsoft.com/office/drawing/2014/main" id="{DA546AFA-2DE6-A968-4392-85693662AEE4}"/>
              </a:ext>
            </a:extLst>
          </p:cNvPr>
          <p:cNvGraphicFramePr>
            <a:graphicFrameLocks noGrp="1"/>
          </p:cNvGraphicFramePr>
          <p:nvPr>
            <p:ph idx="1"/>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3" name="slide_3_narration_v2">
            <a:hlinkClick r:id="" action="ppaction://media"/>
            <a:extLst>
              <a:ext uri="{FF2B5EF4-FFF2-40B4-BE49-F238E27FC236}">
                <a16:creationId xmlns:a16="http://schemas.microsoft.com/office/drawing/2014/main" id="{8CBAB53D-53E6-3B2C-7F13-0CE4CFCC9E89}"/>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8526513" y="400216"/>
            <a:ext cx="304800" cy="304800"/>
          </a:xfrm>
          <a:prstGeom prst="rect">
            <a:avLst/>
          </a:prstGeom>
        </p:spPr>
      </p:pic>
    </p:spTree>
    <p:extLst>
      <p:ext uri="{BB962C8B-B14F-4D97-AF65-F5344CB8AC3E}">
        <p14:creationId xmlns:p14="http://schemas.microsoft.com/office/powerpoint/2010/main" val="617408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316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C1988A-91DB-F0C7-B2BE-FC1F8BB2C31E}"/>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C81B1944-71BA-923C-9CFF-C0DC96B8AA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662A203-820A-FE62-8961-1FD7B60EB5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6924FE6-B321-E5B4-EFED-999FC5C6B8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3B00AEE-C828-A897-A35E-9A9C68ACF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550BEC3-D7BB-5D89-8CAB-1E53E82964FA}"/>
              </a:ext>
            </a:extLst>
          </p:cNvPr>
          <p:cNvSpPr>
            <a:spLocks noGrp="1"/>
          </p:cNvSpPr>
          <p:nvPr>
            <p:ph type="title"/>
          </p:nvPr>
        </p:nvSpPr>
        <p:spPr>
          <a:xfrm>
            <a:off x="1028697" y="348865"/>
            <a:ext cx="7533018" cy="877729"/>
          </a:xfrm>
        </p:spPr>
        <p:txBody>
          <a:bodyPr anchor="ctr">
            <a:normAutofit/>
          </a:bodyPr>
          <a:lstStyle/>
          <a:p>
            <a:r>
              <a:rPr lang="en-AU" sz="3500" dirty="0">
                <a:solidFill>
                  <a:srgbClr val="FFFFFF"/>
                </a:solidFill>
                <a:latin typeface="Calibri"/>
              </a:rPr>
              <a:t>System Architecture</a:t>
            </a:r>
          </a:p>
        </p:txBody>
      </p:sp>
      <p:sp>
        <p:nvSpPr>
          <p:cNvPr id="16" name="Rectangle 15">
            <a:extLst>
              <a:ext uri="{FF2B5EF4-FFF2-40B4-BE49-F238E27FC236}">
                <a16:creationId xmlns:a16="http://schemas.microsoft.com/office/drawing/2014/main" id="{82987C7B-3656-653E-B0C1-C8C54FFB2C36}"/>
              </a:ext>
            </a:extLst>
          </p:cNvPr>
          <p:cNvSpPr/>
          <p:nvPr/>
        </p:nvSpPr>
        <p:spPr>
          <a:xfrm>
            <a:off x="5396024" y="1724396"/>
            <a:ext cx="3439633" cy="480591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a:p>
        </p:txBody>
      </p:sp>
      <p:sp>
        <p:nvSpPr>
          <p:cNvPr id="5" name="Rounded Rectangle 2"/>
          <p:cNvSpPr/>
          <p:nvPr/>
        </p:nvSpPr>
        <p:spPr>
          <a:xfrm>
            <a:off x="409357" y="1924820"/>
            <a:ext cx="411480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0070C0"/>
                </a:solidFill>
                <a:latin typeface="Calibri"/>
              </a:rPr>
              <a:t>Web UI (Input)</a:t>
            </a:r>
          </a:p>
        </p:txBody>
      </p:sp>
      <p:sp>
        <p:nvSpPr>
          <p:cNvPr id="6" name="Rounded Rectangle 3"/>
          <p:cNvSpPr/>
          <p:nvPr/>
        </p:nvSpPr>
        <p:spPr>
          <a:xfrm>
            <a:off x="409357" y="3742241"/>
            <a:ext cx="411480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dirty="0">
                <a:solidFill>
                  <a:srgbClr val="0070C0"/>
                </a:solidFill>
                <a:latin typeface="Calibri"/>
              </a:rPr>
              <a:t>AI Agent (RAG Processing)</a:t>
            </a:r>
          </a:p>
        </p:txBody>
      </p:sp>
      <p:sp>
        <p:nvSpPr>
          <p:cNvPr id="7" name="Rounded Rectangle 4"/>
          <p:cNvSpPr/>
          <p:nvPr/>
        </p:nvSpPr>
        <p:spPr>
          <a:xfrm>
            <a:off x="5932973" y="3664838"/>
            <a:ext cx="258371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dirty="0">
                <a:solidFill>
                  <a:srgbClr val="0070C0"/>
                </a:solidFill>
                <a:latin typeface="Calibri"/>
              </a:rPr>
              <a:t>Vector Store (Retrieval)</a:t>
            </a:r>
          </a:p>
        </p:txBody>
      </p:sp>
      <p:sp>
        <p:nvSpPr>
          <p:cNvPr id="8" name="Rounded Rectangle 5"/>
          <p:cNvSpPr/>
          <p:nvPr/>
        </p:nvSpPr>
        <p:spPr>
          <a:xfrm>
            <a:off x="409357" y="5556575"/>
            <a:ext cx="411480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dirty="0">
                <a:solidFill>
                  <a:srgbClr val="0070C0"/>
                </a:solidFill>
                <a:latin typeface="Calibri"/>
              </a:rPr>
              <a:t>Synthetic Data Generator (Output)</a:t>
            </a:r>
          </a:p>
        </p:txBody>
      </p:sp>
      <p:sp>
        <p:nvSpPr>
          <p:cNvPr id="10" name="Rounded Rectangle 4">
            <a:extLst>
              <a:ext uri="{FF2B5EF4-FFF2-40B4-BE49-F238E27FC236}">
                <a16:creationId xmlns:a16="http://schemas.microsoft.com/office/drawing/2014/main" id="{69A9378A-0D0D-DBCD-CC3E-CDC3B86CC11C}"/>
              </a:ext>
            </a:extLst>
          </p:cNvPr>
          <p:cNvSpPr/>
          <p:nvPr/>
        </p:nvSpPr>
        <p:spPr>
          <a:xfrm>
            <a:off x="5932973" y="5165838"/>
            <a:ext cx="2626238" cy="95735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AU" sz="2400" dirty="0">
                <a:solidFill>
                  <a:srgbClr val="0070C0"/>
                </a:solidFill>
                <a:latin typeface="Calibri"/>
              </a:rPr>
              <a:t>Web Tools</a:t>
            </a:r>
            <a:endParaRPr sz="2400" dirty="0">
              <a:solidFill>
                <a:srgbClr val="0070C0"/>
              </a:solidFill>
              <a:latin typeface="Calibri"/>
            </a:endParaRPr>
          </a:p>
        </p:txBody>
      </p:sp>
      <p:sp>
        <p:nvSpPr>
          <p:cNvPr id="13" name="Arrow: Down 12">
            <a:extLst>
              <a:ext uri="{FF2B5EF4-FFF2-40B4-BE49-F238E27FC236}">
                <a16:creationId xmlns:a16="http://schemas.microsoft.com/office/drawing/2014/main" id="{0A45D72B-CB43-C816-43FF-B01148A03E74}"/>
              </a:ext>
            </a:extLst>
          </p:cNvPr>
          <p:cNvSpPr/>
          <p:nvPr/>
        </p:nvSpPr>
        <p:spPr>
          <a:xfrm>
            <a:off x="2278027" y="2839220"/>
            <a:ext cx="632635" cy="91440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a:p>
        </p:txBody>
      </p:sp>
      <p:sp>
        <p:nvSpPr>
          <p:cNvPr id="14" name="Arrow: Down 13">
            <a:extLst>
              <a:ext uri="{FF2B5EF4-FFF2-40B4-BE49-F238E27FC236}">
                <a16:creationId xmlns:a16="http://schemas.microsoft.com/office/drawing/2014/main" id="{8EBD785D-6775-85E3-3D6D-B54A37D5BE08}"/>
              </a:ext>
            </a:extLst>
          </p:cNvPr>
          <p:cNvSpPr/>
          <p:nvPr/>
        </p:nvSpPr>
        <p:spPr>
          <a:xfrm>
            <a:off x="2278026" y="4645262"/>
            <a:ext cx="632635" cy="91440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a:p>
        </p:txBody>
      </p:sp>
      <p:sp>
        <p:nvSpPr>
          <p:cNvPr id="9" name="Arrow: Left-Right 8">
            <a:extLst>
              <a:ext uri="{FF2B5EF4-FFF2-40B4-BE49-F238E27FC236}">
                <a16:creationId xmlns:a16="http://schemas.microsoft.com/office/drawing/2014/main" id="{92DA6C8E-EE95-31DD-755E-D8197D30BEED}"/>
              </a:ext>
            </a:extLst>
          </p:cNvPr>
          <p:cNvSpPr/>
          <p:nvPr/>
        </p:nvSpPr>
        <p:spPr>
          <a:xfrm>
            <a:off x="4524157" y="3977911"/>
            <a:ext cx="871867" cy="443060"/>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a:p>
        </p:txBody>
      </p:sp>
      <p:sp>
        <p:nvSpPr>
          <p:cNvPr id="11" name="Rounded Rectangle 4">
            <a:extLst>
              <a:ext uri="{FF2B5EF4-FFF2-40B4-BE49-F238E27FC236}">
                <a16:creationId xmlns:a16="http://schemas.microsoft.com/office/drawing/2014/main" id="{DA838A5B-8C53-25E7-9C77-9B0B67FF7481}"/>
              </a:ext>
            </a:extLst>
          </p:cNvPr>
          <p:cNvSpPr/>
          <p:nvPr/>
        </p:nvSpPr>
        <p:spPr>
          <a:xfrm>
            <a:off x="5823985" y="1908236"/>
            <a:ext cx="258371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AU" sz="2400" dirty="0">
                <a:solidFill>
                  <a:srgbClr val="0070C0"/>
                </a:solidFill>
                <a:latin typeface="Calibri"/>
              </a:rPr>
              <a:t>System Prompt</a:t>
            </a:r>
            <a:endParaRPr sz="2400" dirty="0">
              <a:solidFill>
                <a:srgbClr val="0070C0"/>
              </a:solidFill>
              <a:latin typeface="Calibri"/>
            </a:endParaRPr>
          </a:p>
        </p:txBody>
      </p:sp>
      <p:pic>
        <p:nvPicPr>
          <p:cNvPr id="21" name="slide_4_narration_v2">
            <a:hlinkClick r:id="" action="ppaction://media"/>
            <a:extLst>
              <a:ext uri="{FF2B5EF4-FFF2-40B4-BE49-F238E27FC236}">
                <a16:creationId xmlns:a16="http://schemas.microsoft.com/office/drawing/2014/main" id="{4F33D025-E431-3DBA-0FF6-4774E91E8157}"/>
              </a:ext>
            </a:extLst>
          </p:cNvPr>
          <p:cNvPicPr>
            <a:picLocks noGrp="1" noChangeAspect="1"/>
          </p:cNvPicPr>
          <p:nvPr>
            <p:ph idx="1"/>
            <a:audioFile r:link="rId2"/>
            <p:extLst>
              <p:ext uri="{DAA4B4D4-6D71-4841-9C94-3DE7FCFB9230}">
                <p14:media xmlns:p14="http://schemas.microsoft.com/office/powerpoint/2010/main" r:embed="rId1"/>
              </p:ext>
            </p:extLst>
          </p:nvPr>
        </p:nvPicPr>
        <p:blipFill>
          <a:blip r:embed="rId5"/>
          <a:stretch>
            <a:fillRect/>
          </a:stretch>
        </p:blipFill>
        <p:spPr>
          <a:xfrm>
            <a:off x="8516683" y="263998"/>
            <a:ext cx="304800" cy="304800"/>
          </a:xfrm>
        </p:spPr>
      </p:pic>
    </p:spTree>
    <p:extLst>
      <p:ext uri="{BB962C8B-B14F-4D97-AF65-F5344CB8AC3E}">
        <p14:creationId xmlns:p14="http://schemas.microsoft.com/office/powerpoint/2010/main" val="968081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527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2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028697" y="348865"/>
            <a:ext cx="7533018" cy="877729"/>
          </a:xfrm>
        </p:spPr>
        <p:txBody>
          <a:bodyPr anchor="ctr">
            <a:normAutofit/>
          </a:bodyPr>
          <a:lstStyle/>
          <a:p>
            <a:r>
              <a:rPr lang="en-AU" sz="3500">
                <a:solidFill>
                  <a:srgbClr val="FFFFFF"/>
                </a:solidFill>
                <a:latin typeface="Calibri"/>
              </a:rPr>
              <a:t>Technical Components</a:t>
            </a:r>
          </a:p>
        </p:txBody>
      </p:sp>
      <p:graphicFrame>
        <p:nvGraphicFramePr>
          <p:cNvPr id="21" name="Content Placeholder 2">
            <a:extLst>
              <a:ext uri="{FF2B5EF4-FFF2-40B4-BE49-F238E27FC236}">
                <a16:creationId xmlns:a16="http://schemas.microsoft.com/office/drawing/2014/main" id="{E355D8E2-DD61-DCE3-B0E5-84121AF5F3BA}"/>
              </a:ext>
            </a:extLst>
          </p:cNvPr>
          <p:cNvGraphicFramePr>
            <a:graphicFrameLocks noGrp="1"/>
          </p:cNvGraphicFramePr>
          <p:nvPr>
            <p:ph idx="1"/>
            <p:extLst>
              <p:ext uri="{D42A27DB-BD31-4B8C-83A1-F6EECF244321}">
                <p14:modId xmlns:p14="http://schemas.microsoft.com/office/powerpoint/2010/main" val="2579630927"/>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3" name="slide_5_narration_v2">
            <a:hlinkClick r:id="" action="ppaction://media"/>
            <a:extLst>
              <a:ext uri="{FF2B5EF4-FFF2-40B4-BE49-F238E27FC236}">
                <a16:creationId xmlns:a16="http://schemas.microsoft.com/office/drawing/2014/main" id="{5EEAC384-AC45-DB12-06BD-4726C4E42111}"/>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8526513" y="247816"/>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54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699" y="294538"/>
            <a:ext cx="7421963" cy="1033669"/>
          </a:xfrm>
        </p:spPr>
        <p:txBody>
          <a:bodyPr>
            <a:normAutofit/>
          </a:bodyPr>
          <a:lstStyle/>
          <a:p>
            <a:r>
              <a:rPr lang="en-AU" sz="3500">
                <a:solidFill>
                  <a:srgbClr val="FFFFFF"/>
                </a:solidFill>
                <a:latin typeface="Calibri"/>
              </a:rPr>
              <a:t>Challenges and Lessons Learned</a:t>
            </a:r>
          </a:p>
        </p:txBody>
      </p:sp>
      <p:sp>
        <p:nvSpPr>
          <p:cNvPr id="3" name="Content Placeholder 2"/>
          <p:cNvSpPr>
            <a:spLocks noGrp="1"/>
          </p:cNvSpPr>
          <p:nvPr>
            <p:ph idx="1"/>
          </p:nvPr>
        </p:nvSpPr>
        <p:spPr>
          <a:xfrm>
            <a:off x="925486" y="2148076"/>
            <a:ext cx="7628407" cy="3683358"/>
          </a:xfrm>
        </p:spPr>
        <p:txBody>
          <a:bodyPr anchor="ctr">
            <a:noAutofit/>
          </a:bodyPr>
          <a:lstStyle/>
          <a:p>
            <a:r>
              <a:rPr lang="en-AU" sz="2400" dirty="0">
                <a:latin typeface="+mj-lt"/>
              </a:rPr>
              <a:t>Learned Data Preparation. </a:t>
            </a:r>
          </a:p>
          <a:p>
            <a:r>
              <a:rPr lang="en-AU" sz="2400" dirty="0">
                <a:latin typeface="+mj-lt"/>
              </a:rPr>
              <a:t>Learning how RAG models work.</a:t>
            </a:r>
          </a:p>
          <a:p>
            <a:r>
              <a:rPr lang="en-AU" sz="2400" dirty="0">
                <a:latin typeface="+mj-lt"/>
              </a:rPr>
              <a:t>Learned how to build AI Agent tools.</a:t>
            </a:r>
          </a:p>
          <a:p>
            <a:r>
              <a:rPr lang="en-AU" sz="2400" dirty="0">
                <a:latin typeface="+mj-lt"/>
              </a:rPr>
              <a:t>Managing token limits when uploading the context data.</a:t>
            </a:r>
          </a:p>
          <a:p>
            <a:r>
              <a:rPr lang="en-AU" sz="2400" dirty="0">
                <a:latin typeface="+mj-lt"/>
              </a:rPr>
              <a:t>Managing embeddings and vector storage.</a:t>
            </a:r>
          </a:p>
          <a:p>
            <a:r>
              <a:rPr lang="en-AU" sz="2400" dirty="0">
                <a:latin typeface="+mj-lt"/>
              </a:rPr>
              <a:t>Designing prompts for medical accuracy.</a:t>
            </a:r>
          </a:p>
          <a:p>
            <a:r>
              <a:rPr lang="en-AU" sz="2400" dirty="0">
                <a:latin typeface="+mj-lt"/>
              </a:rPr>
              <a:t>Building a simple functional UI.</a:t>
            </a:r>
          </a:p>
          <a:p>
            <a:r>
              <a:rPr lang="en-AU" sz="2400" dirty="0">
                <a:latin typeface="+mj-lt"/>
              </a:rPr>
              <a:t>Learned how Copilot can be used to help us.</a:t>
            </a:r>
          </a:p>
        </p:txBody>
      </p:sp>
      <p:pic>
        <p:nvPicPr>
          <p:cNvPr id="5" name="slide_6_narration_v2">
            <a:hlinkClick r:id="" action="ppaction://media"/>
            <a:extLst>
              <a:ext uri="{FF2B5EF4-FFF2-40B4-BE49-F238E27FC236}">
                <a16:creationId xmlns:a16="http://schemas.microsoft.com/office/drawing/2014/main" id="{90F47929-C2E0-5857-6B88-36612BC851B0}"/>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492529" y="257007"/>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3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5"/>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41DE98-F68E-FC03-B7BF-6995C83C3E48}"/>
              </a:ext>
            </a:extLst>
          </p:cNvPr>
          <p:cNvSpPr>
            <a:spLocks noGrp="1"/>
          </p:cNvSpPr>
          <p:nvPr>
            <p:ph type="title"/>
          </p:nvPr>
        </p:nvSpPr>
        <p:spPr>
          <a:xfrm>
            <a:off x="524784" y="248038"/>
            <a:ext cx="5297791" cy="1159200"/>
          </a:xfrm>
        </p:spPr>
        <p:txBody>
          <a:bodyPr vert="horz" lIns="91440" tIns="45720" rIns="91440" bIns="45720" rtlCol="0" anchor="ctr">
            <a:normAutofit/>
          </a:bodyPr>
          <a:lstStyle/>
          <a:p>
            <a:pPr algn="l" defTabSz="914400">
              <a:lnSpc>
                <a:spcPct val="90000"/>
              </a:lnSpc>
            </a:pPr>
            <a:r>
              <a:rPr lang="en-US" sz="3500" kern="1200">
                <a:solidFill>
                  <a:srgbClr val="FFFFFF"/>
                </a:solidFill>
                <a:latin typeface="+mj-lt"/>
                <a:ea typeface="+mj-ea"/>
                <a:cs typeface="+mj-cs"/>
              </a:rPr>
              <a:t>Demonstration</a:t>
            </a:r>
          </a:p>
        </p:txBody>
      </p:sp>
      <p:pic>
        <p:nvPicPr>
          <p:cNvPr id="5" name="Content Placeholder 4">
            <a:extLst>
              <a:ext uri="{FF2B5EF4-FFF2-40B4-BE49-F238E27FC236}">
                <a16:creationId xmlns:a16="http://schemas.microsoft.com/office/drawing/2014/main" id="{C9E5A490-3BAB-81A7-61D1-DDBBF41039AD}"/>
              </a:ext>
            </a:extLst>
          </p:cNvPr>
          <p:cNvPicPr>
            <a:picLocks noGrp="1" noChangeAspect="1"/>
          </p:cNvPicPr>
          <p:nvPr>
            <p:ph idx="1"/>
          </p:nvPr>
        </p:nvPicPr>
        <p:blipFill>
          <a:blip r:embed="rId4"/>
          <a:stretch>
            <a:fillRect/>
          </a:stretch>
        </p:blipFill>
        <p:spPr>
          <a:xfrm>
            <a:off x="324168" y="2036598"/>
            <a:ext cx="8495662" cy="4311550"/>
          </a:xfrm>
          <a:prstGeom prst="rect">
            <a:avLst/>
          </a:prstGeom>
        </p:spPr>
      </p:pic>
      <p:pic>
        <p:nvPicPr>
          <p:cNvPr id="3" name="slide_7_narration_v2">
            <a:hlinkClick r:id="" action="ppaction://media"/>
            <a:extLst>
              <a:ext uri="{FF2B5EF4-FFF2-40B4-BE49-F238E27FC236}">
                <a16:creationId xmlns:a16="http://schemas.microsoft.com/office/drawing/2014/main" id="{E6B96822-C674-5081-718A-DFC331EBFBB2}"/>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619216" y="264064"/>
            <a:ext cx="304800" cy="304800"/>
          </a:xfrm>
          <a:prstGeom prst="rect">
            <a:avLst/>
          </a:prstGeom>
        </p:spPr>
      </p:pic>
    </p:spTree>
    <p:extLst>
      <p:ext uri="{BB962C8B-B14F-4D97-AF65-F5344CB8AC3E}">
        <p14:creationId xmlns:p14="http://schemas.microsoft.com/office/powerpoint/2010/main" val="292338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216"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TotalTime>
  <Words>347</Words>
  <Application>Microsoft Office PowerPoint</Application>
  <PresentationFormat>On-screen Show (4:3)</PresentationFormat>
  <Paragraphs>45</Paragraphs>
  <Slides>7</Slides>
  <Notes>6</Notes>
  <HiddenSlides>0</HiddenSlides>
  <MMClips>7</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AI-Powered Synthetic Medical Data Generator</vt:lpstr>
      <vt:lpstr>The Why</vt:lpstr>
      <vt:lpstr>Project Overview</vt:lpstr>
      <vt:lpstr>System Architecture</vt:lpstr>
      <vt:lpstr>Technical Components</vt:lpstr>
      <vt:lpstr>Challenges and Lessons Learned</vt:lpstr>
      <vt:lpstr>Demonstration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Daimond Hidris</cp:lastModifiedBy>
  <cp:revision>11</cp:revision>
  <dcterms:created xsi:type="dcterms:W3CDTF">2013-01-27T09:14:16Z</dcterms:created>
  <dcterms:modified xsi:type="dcterms:W3CDTF">2025-12-02T01:49:01Z</dcterms:modified>
  <cp:category/>
</cp:coreProperties>
</file>