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436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582B6C-A846-4ADA-8795-5E5B8C2E9E0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1643C44-7156-449C-B5AE-21E6B9ED7A44}">
      <dgm:prSet/>
      <dgm:spPr/>
      <dgm:t>
        <a:bodyPr/>
        <a:lstStyle/>
        <a:p>
          <a:r>
            <a:rPr lang="en-US"/>
            <a:t>Python app generating synthetic patient data based on prompts</a:t>
          </a:r>
        </a:p>
      </dgm:t>
    </dgm:pt>
    <dgm:pt modelId="{BB4630C7-E07F-4CFA-A44B-714564525CEE}" type="parTrans" cxnId="{45D5E476-44DB-4A29-B129-8D5C2E11E71D}">
      <dgm:prSet/>
      <dgm:spPr/>
      <dgm:t>
        <a:bodyPr/>
        <a:lstStyle/>
        <a:p>
          <a:endParaRPr lang="en-US"/>
        </a:p>
      </dgm:t>
    </dgm:pt>
    <dgm:pt modelId="{7CDE4A6D-CE48-44EC-B006-216DFD6434A4}" type="sibTrans" cxnId="{45D5E476-44DB-4A29-B129-8D5C2E11E71D}">
      <dgm:prSet/>
      <dgm:spPr/>
      <dgm:t>
        <a:bodyPr/>
        <a:lstStyle/>
        <a:p>
          <a:endParaRPr lang="en-US"/>
        </a:p>
      </dgm:t>
    </dgm:pt>
    <dgm:pt modelId="{E4BC3202-6FD4-4284-8140-EB355D99521B}">
      <dgm:prSet/>
      <dgm:spPr/>
      <dgm:t>
        <a:bodyPr/>
        <a:lstStyle/>
        <a:p>
          <a:r>
            <a:rPr lang="en-US" dirty="0"/>
            <a:t>AI RAG pipeline for contextual generation</a:t>
          </a:r>
        </a:p>
      </dgm:t>
    </dgm:pt>
    <dgm:pt modelId="{80DF894D-FCC3-4CCD-8FBE-68626943F312}" type="parTrans" cxnId="{220B2C18-7143-4992-9791-3BF11F4F11B4}">
      <dgm:prSet/>
      <dgm:spPr/>
      <dgm:t>
        <a:bodyPr/>
        <a:lstStyle/>
        <a:p>
          <a:endParaRPr lang="en-US"/>
        </a:p>
      </dgm:t>
    </dgm:pt>
    <dgm:pt modelId="{04910AD3-5EF6-4BA2-ADEF-0BEA1BBA5984}" type="sibTrans" cxnId="{220B2C18-7143-4992-9791-3BF11F4F11B4}">
      <dgm:prSet/>
      <dgm:spPr/>
      <dgm:t>
        <a:bodyPr/>
        <a:lstStyle/>
        <a:p>
          <a:endParaRPr lang="en-US"/>
        </a:p>
      </dgm:t>
    </dgm:pt>
    <dgm:pt modelId="{863CA835-7BDD-4365-907D-8F3394F66EAE}">
      <dgm:prSet/>
      <dgm:spPr/>
      <dgm:t>
        <a:bodyPr/>
        <a:lstStyle/>
        <a:p>
          <a:r>
            <a:rPr lang="en-US"/>
            <a:t>Simple browser interface for interaction</a:t>
          </a:r>
        </a:p>
      </dgm:t>
    </dgm:pt>
    <dgm:pt modelId="{1CF4B447-F1E0-42A4-A2F3-5202465FECF4}" type="parTrans" cxnId="{7E0DFDEA-8D56-4313-B46E-A2A3099A21BC}">
      <dgm:prSet/>
      <dgm:spPr/>
      <dgm:t>
        <a:bodyPr/>
        <a:lstStyle/>
        <a:p>
          <a:endParaRPr lang="en-US"/>
        </a:p>
      </dgm:t>
    </dgm:pt>
    <dgm:pt modelId="{883D9E16-3C87-46ED-8EA4-D1F31850A692}" type="sibTrans" cxnId="{7E0DFDEA-8D56-4313-B46E-A2A3099A21BC}">
      <dgm:prSet/>
      <dgm:spPr/>
      <dgm:t>
        <a:bodyPr/>
        <a:lstStyle/>
        <a:p>
          <a:endParaRPr lang="en-US"/>
        </a:p>
      </dgm:t>
    </dgm:pt>
    <dgm:pt modelId="{71E53B7D-A12F-46D5-926B-6C815E36B6C1}" type="pres">
      <dgm:prSet presAssocID="{CA582B6C-A846-4ADA-8795-5E5B8C2E9E04}" presName="root" presStyleCnt="0">
        <dgm:presLayoutVars>
          <dgm:dir/>
          <dgm:resizeHandles val="exact"/>
        </dgm:presLayoutVars>
      </dgm:prSet>
      <dgm:spPr/>
    </dgm:pt>
    <dgm:pt modelId="{CC861300-21DF-4FD1-AE95-1215515ACF51}" type="pres">
      <dgm:prSet presAssocID="{01643C44-7156-449C-B5AE-21E6B9ED7A44}" presName="compNode" presStyleCnt="0"/>
      <dgm:spPr/>
    </dgm:pt>
    <dgm:pt modelId="{84999713-9558-481B-A38D-4A473CC027D5}" type="pres">
      <dgm:prSet presAssocID="{01643C44-7156-449C-B5AE-21E6B9ED7A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 outline"/>
        </a:ext>
      </dgm:extLst>
    </dgm:pt>
    <dgm:pt modelId="{55AC6A6C-1D61-46E1-B5EE-4907419EE249}" type="pres">
      <dgm:prSet presAssocID="{01643C44-7156-449C-B5AE-21E6B9ED7A44}" presName="spaceRect" presStyleCnt="0"/>
      <dgm:spPr/>
    </dgm:pt>
    <dgm:pt modelId="{06324CF4-688C-4F35-8562-C1C7619C3E78}" type="pres">
      <dgm:prSet presAssocID="{01643C44-7156-449C-B5AE-21E6B9ED7A44}" presName="textRect" presStyleLbl="revTx" presStyleIdx="0" presStyleCnt="3">
        <dgm:presLayoutVars>
          <dgm:chMax val="1"/>
          <dgm:chPref val="1"/>
        </dgm:presLayoutVars>
      </dgm:prSet>
      <dgm:spPr/>
    </dgm:pt>
    <dgm:pt modelId="{93FB9557-5B8B-4CB6-9BF9-24A4C98DEAD8}" type="pres">
      <dgm:prSet presAssocID="{7CDE4A6D-CE48-44EC-B006-216DFD6434A4}" presName="sibTrans" presStyleCnt="0"/>
      <dgm:spPr/>
    </dgm:pt>
    <dgm:pt modelId="{05EAF7AE-B6B4-4517-82AD-33C93A32440E}" type="pres">
      <dgm:prSet presAssocID="{E4BC3202-6FD4-4284-8140-EB355D99521B}" presName="compNode" presStyleCnt="0"/>
      <dgm:spPr/>
    </dgm:pt>
    <dgm:pt modelId="{CD3BF99F-B43D-4029-8E3B-BD61E8D092B7}" type="pres">
      <dgm:prSet presAssocID="{E4BC3202-6FD4-4284-8140-EB355D99521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 outline"/>
        </a:ext>
      </dgm:extLst>
    </dgm:pt>
    <dgm:pt modelId="{0AC8A56E-9427-48F7-8DD0-B58AF3521136}" type="pres">
      <dgm:prSet presAssocID="{E4BC3202-6FD4-4284-8140-EB355D99521B}" presName="spaceRect" presStyleCnt="0"/>
      <dgm:spPr/>
    </dgm:pt>
    <dgm:pt modelId="{CA79684A-CA7D-4758-8768-633961ACCF1B}" type="pres">
      <dgm:prSet presAssocID="{E4BC3202-6FD4-4284-8140-EB355D99521B}" presName="textRect" presStyleLbl="revTx" presStyleIdx="1" presStyleCnt="3">
        <dgm:presLayoutVars>
          <dgm:chMax val="1"/>
          <dgm:chPref val="1"/>
        </dgm:presLayoutVars>
      </dgm:prSet>
      <dgm:spPr/>
    </dgm:pt>
    <dgm:pt modelId="{D9340C3F-3AA8-4F0B-A200-25AE86FE34AD}" type="pres">
      <dgm:prSet presAssocID="{04910AD3-5EF6-4BA2-ADEF-0BEA1BBA5984}" presName="sibTrans" presStyleCnt="0"/>
      <dgm:spPr/>
    </dgm:pt>
    <dgm:pt modelId="{A8A4F588-3F47-4915-BBD2-9909FE99C324}" type="pres">
      <dgm:prSet presAssocID="{863CA835-7BDD-4365-907D-8F3394F66EAE}" presName="compNode" presStyleCnt="0"/>
      <dgm:spPr/>
    </dgm:pt>
    <dgm:pt modelId="{881D2537-6444-4A66-BE64-EB5E6A217055}" type="pres">
      <dgm:prSet presAssocID="{863CA835-7BDD-4365-907D-8F3394F66EA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i Ux outline"/>
        </a:ext>
      </dgm:extLst>
    </dgm:pt>
    <dgm:pt modelId="{84EBB39D-33C1-466B-9A3A-69DDB7C00038}" type="pres">
      <dgm:prSet presAssocID="{863CA835-7BDD-4365-907D-8F3394F66EAE}" presName="spaceRect" presStyleCnt="0"/>
      <dgm:spPr/>
    </dgm:pt>
    <dgm:pt modelId="{04AF074A-2FCA-4F76-9C61-811BACDD6A3E}" type="pres">
      <dgm:prSet presAssocID="{863CA835-7BDD-4365-907D-8F3394F66EA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A73E30B-1D12-4C90-B038-00DFAB64B028}" type="presOf" srcId="{01643C44-7156-449C-B5AE-21E6B9ED7A44}" destId="{06324CF4-688C-4F35-8562-C1C7619C3E78}" srcOrd="0" destOrd="0" presId="urn:microsoft.com/office/officeart/2018/2/layout/IconLabelList"/>
    <dgm:cxn modelId="{220B2C18-7143-4992-9791-3BF11F4F11B4}" srcId="{CA582B6C-A846-4ADA-8795-5E5B8C2E9E04}" destId="{E4BC3202-6FD4-4284-8140-EB355D99521B}" srcOrd="1" destOrd="0" parTransId="{80DF894D-FCC3-4CCD-8FBE-68626943F312}" sibTransId="{04910AD3-5EF6-4BA2-ADEF-0BEA1BBA5984}"/>
    <dgm:cxn modelId="{45D5E476-44DB-4A29-B129-8D5C2E11E71D}" srcId="{CA582B6C-A846-4ADA-8795-5E5B8C2E9E04}" destId="{01643C44-7156-449C-B5AE-21E6B9ED7A44}" srcOrd="0" destOrd="0" parTransId="{BB4630C7-E07F-4CFA-A44B-714564525CEE}" sibTransId="{7CDE4A6D-CE48-44EC-B006-216DFD6434A4}"/>
    <dgm:cxn modelId="{694679B6-0039-4DBE-A969-5E1EB1CAD9E7}" type="presOf" srcId="{863CA835-7BDD-4365-907D-8F3394F66EAE}" destId="{04AF074A-2FCA-4F76-9C61-811BACDD6A3E}" srcOrd="0" destOrd="0" presId="urn:microsoft.com/office/officeart/2018/2/layout/IconLabelList"/>
    <dgm:cxn modelId="{A096CCCF-D0DC-422F-B03A-B945963A2C57}" type="presOf" srcId="{CA582B6C-A846-4ADA-8795-5E5B8C2E9E04}" destId="{71E53B7D-A12F-46D5-926B-6C815E36B6C1}" srcOrd="0" destOrd="0" presId="urn:microsoft.com/office/officeart/2018/2/layout/IconLabelList"/>
    <dgm:cxn modelId="{C39D18D5-1417-44BD-B58C-2E7DCC6DC7F8}" type="presOf" srcId="{E4BC3202-6FD4-4284-8140-EB355D99521B}" destId="{CA79684A-CA7D-4758-8768-633961ACCF1B}" srcOrd="0" destOrd="0" presId="urn:microsoft.com/office/officeart/2018/2/layout/IconLabelList"/>
    <dgm:cxn modelId="{7E0DFDEA-8D56-4313-B46E-A2A3099A21BC}" srcId="{CA582B6C-A846-4ADA-8795-5E5B8C2E9E04}" destId="{863CA835-7BDD-4365-907D-8F3394F66EAE}" srcOrd="2" destOrd="0" parTransId="{1CF4B447-F1E0-42A4-A2F3-5202465FECF4}" sibTransId="{883D9E16-3C87-46ED-8EA4-D1F31850A692}"/>
    <dgm:cxn modelId="{E7C4C0A6-C101-4488-A799-7316275E7135}" type="presParOf" srcId="{71E53B7D-A12F-46D5-926B-6C815E36B6C1}" destId="{CC861300-21DF-4FD1-AE95-1215515ACF51}" srcOrd="0" destOrd="0" presId="urn:microsoft.com/office/officeart/2018/2/layout/IconLabelList"/>
    <dgm:cxn modelId="{6D17DCEF-E3E9-426D-8C35-F8426B6C1948}" type="presParOf" srcId="{CC861300-21DF-4FD1-AE95-1215515ACF51}" destId="{84999713-9558-481B-A38D-4A473CC027D5}" srcOrd="0" destOrd="0" presId="urn:microsoft.com/office/officeart/2018/2/layout/IconLabelList"/>
    <dgm:cxn modelId="{264BEF67-FC8D-4872-A00E-580C0B407B9A}" type="presParOf" srcId="{CC861300-21DF-4FD1-AE95-1215515ACF51}" destId="{55AC6A6C-1D61-46E1-B5EE-4907419EE249}" srcOrd="1" destOrd="0" presId="urn:microsoft.com/office/officeart/2018/2/layout/IconLabelList"/>
    <dgm:cxn modelId="{5B1D9561-CA40-4166-B653-CAD2C22E21CD}" type="presParOf" srcId="{CC861300-21DF-4FD1-AE95-1215515ACF51}" destId="{06324CF4-688C-4F35-8562-C1C7619C3E78}" srcOrd="2" destOrd="0" presId="urn:microsoft.com/office/officeart/2018/2/layout/IconLabelList"/>
    <dgm:cxn modelId="{8CD50A83-BAF1-461E-9F4F-F1E468217283}" type="presParOf" srcId="{71E53B7D-A12F-46D5-926B-6C815E36B6C1}" destId="{93FB9557-5B8B-4CB6-9BF9-24A4C98DEAD8}" srcOrd="1" destOrd="0" presId="urn:microsoft.com/office/officeart/2018/2/layout/IconLabelList"/>
    <dgm:cxn modelId="{D08B7F23-DB82-42BB-81DC-8C175CD90382}" type="presParOf" srcId="{71E53B7D-A12F-46D5-926B-6C815E36B6C1}" destId="{05EAF7AE-B6B4-4517-82AD-33C93A32440E}" srcOrd="2" destOrd="0" presId="urn:microsoft.com/office/officeart/2018/2/layout/IconLabelList"/>
    <dgm:cxn modelId="{D54E0B4E-A933-4BBA-A026-F7FB35EC06BB}" type="presParOf" srcId="{05EAF7AE-B6B4-4517-82AD-33C93A32440E}" destId="{CD3BF99F-B43D-4029-8E3B-BD61E8D092B7}" srcOrd="0" destOrd="0" presId="urn:microsoft.com/office/officeart/2018/2/layout/IconLabelList"/>
    <dgm:cxn modelId="{D00CA10A-6425-4E21-BCF6-10710BF9ED8E}" type="presParOf" srcId="{05EAF7AE-B6B4-4517-82AD-33C93A32440E}" destId="{0AC8A56E-9427-48F7-8DD0-B58AF3521136}" srcOrd="1" destOrd="0" presId="urn:microsoft.com/office/officeart/2018/2/layout/IconLabelList"/>
    <dgm:cxn modelId="{8C4B97E3-4313-40A6-A072-3DAB09403C7B}" type="presParOf" srcId="{05EAF7AE-B6B4-4517-82AD-33C93A32440E}" destId="{CA79684A-CA7D-4758-8768-633961ACCF1B}" srcOrd="2" destOrd="0" presId="urn:microsoft.com/office/officeart/2018/2/layout/IconLabelList"/>
    <dgm:cxn modelId="{27150197-746C-4A7B-9631-58F4D36AA3D2}" type="presParOf" srcId="{71E53B7D-A12F-46D5-926B-6C815E36B6C1}" destId="{D9340C3F-3AA8-4F0B-A200-25AE86FE34AD}" srcOrd="3" destOrd="0" presId="urn:microsoft.com/office/officeart/2018/2/layout/IconLabelList"/>
    <dgm:cxn modelId="{1B4EAA0D-6A7A-4FEF-B04C-64C6A8942234}" type="presParOf" srcId="{71E53B7D-A12F-46D5-926B-6C815E36B6C1}" destId="{A8A4F588-3F47-4915-BBD2-9909FE99C324}" srcOrd="4" destOrd="0" presId="urn:microsoft.com/office/officeart/2018/2/layout/IconLabelList"/>
    <dgm:cxn modelId="{8673C13C-E4C4-4A71-B05A-A53C768C0320}" type="presParOf" srcId="{A8A4F588-3F47-4915-BBD2-9909FE99C324}" destId="{881D2537-6444-4A66-BE64-EB5E6A217055}" srcOrd="0" destOrd="0" presId="urn:microsoft.com/office/officeart/2018/2/layout/IconLabelList"/>
    <dgm:cxn modelId="{DE224EEA-6470-4B69-90E1-7EF35AB68443}" type="presParOf" srcId="{A8A4F588-3F47-4915-BBD2-9909FE99C324}" destId="{84EBB39D-33C1-466B-9A3A-69DDB7C00038}" srcOrd="1" destOrd="0" presId="urn:microsoft.com/office/officeart/2018/2/layout/IconLabelList"/>
    <dgm:cxn modelId="{854AE533-5B2A-465C-9853-2F2CF8725B9B}" type="presParOf" srcId="{A8A4F588-3F47-4915-BBD2-9909FE99C324}" destId="{04AF074A-2FCA-4F76-9C61-811BACDD6A3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939ACB-9EC0-4F25-BA15-963F8AF2E1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F80BFC3-FDFE-4381-8DF9-52DBB1AFD726}">
      <dgm:prSet/>
      <dgm:spPr/>
      <dgm:t>
        <a:bodyPr/>
        <a:lstStyle/>
        <a:p>
          <a:pPr>
            <a:defRPr cap="all"/>
          </a:pPr>
          <a:r>
            <a:rPr lang="en-US"/>
            <a:t>AI reasoning: rag_agent.py</a:t>
          </a:r>
        </a:p>
      </dgm:t>
    </dgm:pt>
    <dgm:pt modelId="{E87AE78F-79C2-4C6B-85C1-1A42129D1321}" type="parTrans" cxnId="{64B57715-B096-47D9-A4AC-67203318BECA}">
      <dgm:prSet/>
      <dgm:spPr/>
      <dgm:t>
        <a:bodyPr/>
        <a:lstStyle/>
        <a:p>
          <a:endParaRPr lang="en-US"/>
        </a:p>
      </dgm:t>
    </dgm:pt>
    <dgm:pt modelId="{5FDF5539-6359-497A-B8E8-DC2ADF4A7E9B}" type="sibTrans" cxnId="{64B57715-B096-47D9-A4AC-67203318BECA}">
      <dgm:prSet/>
      <dgm:spPr/>
      <dgm:t>
        <a:bodyPr/>
        <a:lstStyle/>
        <a:p>
          <a:endParaRPr lang="en-US"/>
        </a:p>
      </dgm:t>
    </dgm:pt>
    <dgm:pt modelId="{88B8700D-8C96-4197-B11C-6CFC3328B62D}">
      <dgm:prSet/>
      <dgm:spPr/>
      <dgm:t>
        <a:bodyPr/>
        <a:lstStyle/>
        <a:p>
          <a:pPr>
            <a:defRPr cap="all"/>
          </a:pPr>
          <a:r>
            <a:rPr lang="en-US" dirty="0"/>
            <a:t>Retrieval: vector_store.py</a:t>
          </a:r>
        </a:p>
      </dgm:t>
    </dgm:pt>
    <dgm:pt modelId="{5CD6AFA6-C178-4C6D-8C9D-77D2DC92D954}" type="parTrans" cxnId="{DBB36C7A-6DF9-4D48-8F3B-C9C15E18458C}">
      <dgm:prSet/>
      <dgm:spPr/>
      <dgm:t>
        <a:bodyPr/>
        <a:lstStyle/>
        <a:p>
          <a:endParaRPr lang="en-US"/>
        </a:p>
      </dgm:t>
    </dgm:pt>
    <dgm:pt modelId="{7F17D911-3873-4B0C-9B25-00F5E07F41D9}" type="sibTrans" cxnId="{DBB36C7A-6DF9-4D48-8F3B-C9C15E18458C}">
      <dgm:prSet/>
      <dgm:spPr/>
      <dgm:t>
        <a:bodyPr/>
        <a:lstStyle/>
        <a:p>
          <a:endParaRPr lang="en-US"/>
        </a:p>
      </dgm:t>
    </dgm:pt>
    <dgm:pt modelId="{155EDFB4-E1A2-4B22-A0C6-8637BDAA8605}">
      <dgm:prSet/>
      <dgm:spPr/>
      <dgm:t>
        <a:bodyPr/>
        <a:lstStyle/>
        <a:p>
          <a:pPr>
            <a:defRPr cap="all"/>
          </a:pPr>
          <a:r>
            <a:rPr lang="en-US" dirty="0"/>
            <a:t>Data preparation: data_prep.py</a:t>
          </a:r>
        </a:p>
      </dgm:t>
    </dgm:pt>
    <dgm:pt modelId="{5B315A21-5363-487D-BFEC-C6ADB9FF475F}" type="parTrans" cxnId="{95A09D0D-C131-4844-85D4-B52E431A16BF}">
      <dgm:prSet/>
      <dgm:spPr/>
      <dgm:t>
        <a:bodyPr/>
        <a:lstStyle/>
        <a:p>
          <a:endParaRPr lang="en-US"/>
        </a:p>
      </dgm:t>
    </dgm:pt>
    <dgm:pt modelId="{5C016854-A5EF-4A69-8256-5B4B0EC8C422}" type="sibTrans" cxnId="{95A09D0D-C131-4844-85D4-B52E431A16BF}">
      <dgm:prSet/>
      <dgm:spPr/>
      <dgm:t>
        <a:bodyPr/>
        <a:lstStyle/>
        <a:p>
          <a:endParaRPr lang="en-US"/>
        </a:p>
      </dgm:t>
    </dgm:pt>
    <dgm:pt modelId="{D98638DB-CB43-4407-BAC7-16BC76B3F4C7}">
      <dgm:prSet/>
      <dgm:spPr/>
      <dgm:t>
        <a:bodyPr/>
        <a:lstStyle/>
        <a:p>
          <a:pPr>
            <a:defRPr cap="all"/>
          </a:pPr>
          <a:r>
            <a:rPr lang="en-US" dirty="0"/>
            <a:t>Web UI: web.py</a:t>
          </a:r>
        </a:p>
      </dgm:t>
    </dgm:pt>
    <dgm:pt modelId="{905750A4-A3DA-4ED0-A0F8-53EB1D61BA3A}" type="parTrans" cxnId="{C7A561E1-167E-474E-915E-807AC009CAE8}">
      <dgm:prSet/>
      <dgm:spPr/>
      <dgm:t>
        <a:bodyPr/>
        <a:lstStyle/>
        <a:p>
          <a:endParaRPr lang="en-US"/>
        </a:p>
      </dgm:t>
    </dgm:pt>
    <dgm:pt modelId="{BE34A8AD-05FD-490A-A1A0-D7CD9D111D03}" type="sibTrans" cxnId="{C7A561E1-167E-474E-915E-807AC009CAE8}">
      <dgm:prSet/>
      <dgm:spPr/>
      <dgm:t>
        <a:bodyPr/>
        <a:lstStyle/>
        <a:p>
          <a:endParaRPr lang="en-US"/>
        </a:p>
      </dgm:t>
    </dgm:pt>
    <dgm:pt modelId="{9FF3B76E-379F-4526-8577-0A2DAF561014}">
      <dgm:prSet/>
      <dgm:spPr/>
      <dgm:t>
        <a:bodyPr/>
        <a:lstStyle/>
        <a:p>
          <a:pPr>
            <a:defRPr cap="all"/>
          </a:pPr>
          <a:r>
            <a:rPr lang="en-US"/>
            <a:t>Main entry: main.py</a:t>
          </a:r>
        </a:p>
      </dgm:t>
    </dgm:pt>
    <dgm:pt modelId="{AC0AD28E-375F-4DFB-87C6-E0F71DF9C961}" type="parTrans" cxnId="{AEA146E3-418D-40F2-9956-1A410A111A45}">
      <dgm:prSet/>
      <dgm:spPr/>
      <dgm:t>
        <a:bodyPr/>
        <a:lstStyle/>
        <a:p>
          <a:endParaRPr lang="en-US"/>
        </a:p>
      </dgm:t>
    </dgm:pt>
    <dgm:pt modelId="{E0E28E07-F4AE-409A-9292-E5F5DDC2ADF1}" type="sibTrans" cxnId="{AEA146E3-418D-40F2-9956-1A410A111A45}">
      <dgm:prSet/>
      <dgm:spPr/>
      <dgm:t>
        <a:bodyPr/>
        <a:lstStyle/>
        <a:p>
          <a:endParaRPr lang="en-US"/>
        </a:p>
      </dgm:t>
    </dgm:pt>
    <dgm:pt modelId="{FA4D2582-E865-44F9-820E-E71F87EF584F}" type="pres">
      <dgm:prSet presAssocID="{D4939ACB-9EC0-4F25-BA15-963F8AF2E179}" presName="root" presStyleCnt="0">
        <dgm:presLayoutVars>
          <dgm:dir/>
          <dgm:resizeHandles val="exact"/>
        </dgm:presLayoutVars>
      </dgm:prSet>
      <dgm:spPr/>
    </dgm:pt>
    <dgm:pt modelId="{E5A11D8A-F374-4136-94C0-29729C9E7E18}" type="pres">
      <dgm:prSet presAssocID="{CF80BFC3-FDFE-4381-8DF9-52DBB1AFD726}" presName="compNode" presStyleCnt="0"/>
      <dgm:spPr/>
    </dgm:pt>
    <dgm:pt modelId="{3697370A-7314-4FD0-807D-236E6124170D}" type="pres">
      <dgm:prSet presAssocID="{CF80BFC3-FDFE-4381-8DF9-52DBB1AFD726}" presName="iconBgRect" presStyleLbl="bgShp" presStyleIdx="0" presStyleCnt="5" custLinFactX="237667" custLinFactNeighborX="300000" custLinFactNeighborY="5509"/>
      <dgm:spPr/>
    </dgm:pt>
    <dgm:pt modelId="{A92AB1F3-3618-4231-9396-4CA9ECB28461}" type="pres">
      <dgm:prSet presAssocID="{CF80BFC3-FDFE-4381-8DF9-52DBB1AFD726}" presName="iconRect" presStyleLbl="node1" presStyleIdx="0" presStyleCnt="5" custLinFactX="439956" custLinFactNeighborX="500000" custLinFactNeighborY="9601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ficial Intelligence outline"/>
        </a:ext>
      </dgm:extLst>
    </dgm:pt>
    <dgm:pt modelId="{47F781CC-777D-4BF5-9B3A-05814078A6A5}" type="pres">
      <dgm:prSet presAssocID="{CF80BFC3-FDFE-4381-8DF9-52DBB1AFD726}" presName="spaceRect" presStyleCnt="0"/>
      <dgm:spPr/>
    </dgm:pt>
    <dgm:pt modelId="{E97A8445-A5AC-4C48-8F58-C4E2E9F206D7}" type="pres">
      <dgm:prSet presAssocID="{CF80BFC3-FDFE-4381-8DF9-52DBB1AFD726}" presName="textRect" presStyleLbl="revTx" presStyleIdx="0" presStyleCnt="5" custLinFactX="127976" custLinFactNeighborX="200000" custLinFactNeighborY="8401">
        <dgm:presLayoutVars>
          <dgm:chMax val="1"/>
          <dgm:chPref val="1"/>
        </dgm:presLayoutVars>
      </dgm:prSet>
      <dgm:spPr/>
    </dgm:pt>
    <dgm:pt modelId="{3F4C9127-12F3-4DDE-8BFC-D0D7A1943502}" type="pres">
      <dgm:prSet presAssocID="{5FDF5539-6359-497A-B8E8-DC2ADF4A7E9B}" presName="sibTrans" presStyleCnt="0"/>
      <dgm:spPr/>
    </dgm:pt>
    <dgm:pt modelId="{5C1D1581-0FAB-458A-B642-AFE500E5FC38}" type="pres">
      <dgm:prSet presAssocID="{88B8700D-8C96-4197-B11C-6CFC3328B62D}" presName="compNode" presStyleCnt="0"/>
      <dgm:spPr/>
    </dgm:pt>
    <dgm:pt modelId="{50C09C61-D06C-42A6-9363-C1E931AB2127}" type="pres">
      <dgm:prSet presAssocID="{88B8700D-8C96-4197-B11C-6CFC3328B62D}" presName="iconBgRect" presStyleLbl="bgShp" presStyleIdx="1" presStyleCnt="5" custLinFactNeighborX="85386" custLinFactNeighborY="33578"/>
      <dgm:spPr/>
    </dgm:pt>
    <dgm:pt modelId="{6B45EAC4-FD3B-470B-88D0-8D55AE7D704E}" type="pres">
      <dgm:prSet presAssocID="{88B8700D-8C96-4197-B11C-6CFC3328B62D}" presName="iconRect" presStyleLbl="node1" presStyleIdx="1" presStyleCnt="5" custLinFactX="48820" custLinFactNeighborX="100000" custLinFactNeighborY="5853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434E226-FEE5-4947-B258-7DBA4827D526}" type="pres">
      <dgm:prSet presAssocID="{88B8700D-8C96-4197-B11C-6CFC3328B62D}" presName="spaceRect" presStyleCnt="0"/>
      <dgm:spPr/>
    </dgm:pt>
    <dgm:pt modelId="{F8F721A0-7B64-41E1-A003-4FE21CC0C46E}" type="pres">
      <dgm:prSet presAssocID="{88B8700D-8C96-4197-B11C-6CFC3328B62D}" presName="textRect" presStyleLbl="revTx" presStyleIdx="1" presStyleCnt="5" custLinFactNeighborX="52089" custLinFactNeighborY="51215">
        <dgm:presLayoutVars>
          <dgm:chMax val="1"/>
          <dgm:chPref val="1"/>
        </dgm:presLayoutVars>
      </dgm:prSet>
      <dgm:spPr/>
    </dgm:pt>
    <dgm:pt modelId="{A8838474-B4C8-4A12-8E39-C3F79C7810BB}" type="pres">
      <dgm:prSet presAssocID="{7F17D911-3873-4B0C-9B25-00F5E07F41D9}" presName="sibTrans" presStyleCnt="0"/>
      <dgm:spPr/>
    </dgm:pt>
    <dgm:pt modelId="{5FCA9BB9-0875-474D-8C3B-E0A1A4DE32D4}" type="pres">
      <dgm:prSet presAssocID="{155EDFB4-E1A2-4B22-A0C6-8637BDAA8605}" presName="compNode" presStyleCnt="0"/>
      <dgm:spPr/>
    </dgm:pt>
    <dgm:pt modelId="{EAE2A75F-B50C-4D0B-ABE1-92CB394F5165}" type="pres">
      <dgm:prSet presAssocID="{155EDFB4-E1A2-4B22-A0C6-8637BDAA8605}" presName="iconBgRect" presStyleLbl="bgShp" presStyleIdx="2" presStyleCnt="5" custLinFactX="-186848" custLinFactNeighborX="-200000" custLinFactNeighborY="-22"/>
      <dgm:spPr/>
    </dgm:pt>
    <dgm:pt modelId="{47892BF1-2E53-438F-B129-CDF4CA79A7CA}" type="pres">
      <dgm:prSet presAssocID="{155EDFB4-E1A2-4B22-A0C6-8637BDAA8605}" presName="iconRect" presStyleLbl="node1" presStyleIdx="2" presStyleCnt="5" custLinFactX="-300000" custLinFactNeighborX="-374222" custLinFactNeighborY="-3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 with solid fill"/>
        </a:ext>
      </dgm:extLst>
    </dgm:pt>
    <dgm:pt modelId="{990ACE7E-14AC-4929-B730-178F72BEC019}" type="pres">
      <dgm:prSet presAssocID="{155EDFB4-E1A2-4B22-A0C6-8637BDAA8605}" presName="spaceRect" presStyleCnt="0"/>
      <dgm:spPr/>
    </dgm:pt>
    <dgm:pt modelId="{65543A89-6950-4664-887A-E47864210970}" type="pres">
      <dgm:prSet presAssocID="{155EDFB4-E1A2-4B22-A0C6-8637BDAA8605}" presName="textRect" presStyleLbl="revTx" presStyleIdx="2" presStyleCnt="5" custLinFactX="-100000" custLinFactNeighborX="-135977" custLinFactNeighborY="-33">
        <dgm:presLayoutVars>
          <dgm:chMax val="1"/>
          <dgm:chPref val="1"/>
        </dgm:presLayoutVars>
      </dgm:prSet>
      <dgm:spPr/>
    </dgm:pt>
    <dgm:pt modelId="{6006855A-9635-40FE-BD41-1596B79E66C5}" type="pres">
      <dgm:prSet presAssocID="{5C016854-A5EF-4A69-8256-5B4B0EC8C422}" presName="sibTrans" presStyleCnt="0"/>
      <dgm:spPr/>
    </dgm:pt>
    <dgm:pt modelId="{11F8221A-F8DE-4F4D-80E6-07265080502C}" type="pres">
      <dgm:prSet presAssocID="{D98638DB-CB43-4407-BAC7-16BC76B3F4C7}" presName="compNode" presStyleCnt="0"/>
      <dgm:spPr/>
    </dgm:pt>
    <dgm:pt modelId="{091D3205-324B-4600-AEE0-256BE01B8C4A}" type="pres">
      <dgm:prSet presAssocID="{D98638DB-CB43-4407-BAC7-16BC76B3F4C7}" presName="iconBgRect" presStyleLbl="bgShp" presStyleIdx="3" presStyleCnt="5" custLinFactX="-47638" custLinFactY="100000" custLinFactNeighborX="-100000" custLinFactNeighborY="108787"/>
      <dgm:spPr/>
    </dgm:pt>
    <dgm:pt modelId="{795B2E36-98BD-45CC-A129-C5468848C6C7}" type="pres">
      <dgm:prSet presAssocID="{D98638DB-CB43-4407-BAC7-16BC76B3F4C7}" presName="iconRect" presStyleLbl="node1" presStyleIdx="3" presStyleCnt="5" custLinFactX="-100000" custLinFactY="163885" custLinFactNeighborX="-157312" custLinFactNeighborY="20000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8F8C8E2-8385-448A-9360-A2A76D89BF5A}" type="pres">
      <dgm:prSet presAssocID="{D98638DB-CB43-4407-BAC7-16BC76B3F4C7}" presName="spaceRect" presStyleCnt="0"/>
      <dgm:spPr/>
    </dgm:pt>
    <dgm:pt modelId="{22B1B7EC-F301-4170-80BB-D05AD143F6E4}" type="pres">
      <dgm:prSet presAssocID="{D98638DB-CB43-4407-BAC7-16BC76B3F4C7}" presName="textRect" presStyleLbl="revTx" presStyleIdx="3" presStyleCnt="5" custLinFactY="118399" custLinFactNeighborX="-90059" custLinFactNeighborY="200000">
        <dgm:presLayoutVars>
          <dgm:chMax val="1"/>
          <dgm:chPref val="1"/>
        </dgm:presLayoutVars>
      </dgm:prSet>
      <dgm:spPr/>
    </dgm:pt>
    <dgm:pt modelId="{6F22DAA0-C926-4A9E-B0FB-D5519EEE4429}" type="pres">
      <dgm:prSet presAssocID="{BE34A8AD-05FD-490A-A1A0-D7CD9D111D03}" presName="sibTrans" presStyleCnt="0"/>
      <dgm:spPr/>
    </dgm:pt>
    <dgm:pt modelId="{EE1A5F2C-0170-443D-ADFC-3E3290708685}" type="pres">
      <dgm:prSet presAssocID="{9FF3B76E-379F-4526-8577-0A2DAF561014}" presName="compNode" presStyleCnt="0"/>
      <dgm:spPr/>
    </dgm:pt>
    <dgm:pt modelId="{6FE99382-D2B3-4BC0-89BB-CFCEF3C351AD}" type="pres">
      <dgm:prSet presAssocID="{9FF3B76E-379F-4526-8577-0A2DAF561014}" presName="iconBgRect" presStyleLbl="bgShp" presStyleIdx="4" presStyleCnt="5" custLinFactX="-75182" custLinFactNeighborX="-100000" custLinFactNeighborY="-19281"/>
      <dgm:spPr/>
    </dgm:pt>
    <dgm:pt modelId="{31198399-9C6D-459A-8031-0FD3773071AD}" type="pres">
      <dgm:prSet presAssocID="{9FF3B76E-379F-4526-8577-0A2DAF561014}" presName="iconRect" presStyleLbl="node1" presStyleIdx="4" presStyleCnt="5" custLinFactX="-105318" custLinFactNeighborX="-200000" custLinFactNeighborY="-33604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board outline"/>
        </a:ext>
      </dgm:extLst>
    </dgm:pt>
    <dgm:pt modelId="{2B9D7EE9-68BB-4F65-B03D-85BF9F6816C1}" type="pres">
      <dgm:prSet presAssocID="{9FF3B76E-379F-4526-8577-0A2DAF561014}" presName="spaceRect" presStyleCnt="0"/>
      <dgm:spPr/>
    </dgm:pt>
    <dgm:pt modelId="{94231C64-CD19-4A52-9B49-B74C5E7FA1B5}" type="pres">
      <dgm:prSet presAssocID="{9FF3B76E-379F-4526-8577-0A2DAF561014}" presName="textRect" presStyleLbl="revTx" presStyleIdx="4" presStyleCnt="5" custLinFactX="-6861" custLinFactNeighborX="-100000" custLinFactNeighborY="-29404">
        <dgm:presLayoutVars>
          <dgm:chMax val="1"/>
          <dgm:chPref val="1"/>
        </dgm:presLayoutVars>
      </dgm:prSet>
      <dgm:spPr/>
    </dgm:pt>
  </dgm:ptLst>
  <dgm:cxnLst>
    <dgm:cxn modelId="{95A09D0D-C131-4844-85D4-B52E431A16BF}" srcId="{D4939ACB-9EC0-4F25-BA15-963F8AF2E179}" destId="{155EDFB4-E1A2-4B22-A0C6-8637BDAA8605}" srcOrd="2" destOrd="0" parTransId="{5B315A21-5363-487D-BFEC-C6ADB9FF475F}" sibTransId="{5C016854-A5EF-4A69-8256-5B4B0EC8C422}"/>
    <dgm:cxn modelId="{64B57715-B096-47D9-A4AC-67203318BECA}" srcId="{D4939ACB-9EC0-4F25-BA15-963F8AF2E179}" destId="{CF80BFC3-FDFE-4381-8DF9-52DBB1AFD726}" srcOrd="0" destOrd="0" parTransId="{E87AE78F-79C2-4C6B-85C1-1A42129D1321}" sibTransId="{5FDF5539-6359-497A-B8E8-DC2ADF4A7E9B}"/>
    <dgm:cxn modelId="{C340C52F-B3C7-49D4-90AF-AC3FDC850C6E}" type="presOf" srcId="{D98638DB-CB43-4407-BAC7-16BC76B3F4C7}" destId="{22B1B7EC-F301-4170-80BB-D05AD143F6E4}" srcOrd="0" destOrd="0" presId="urn:microsoft.com/office/officeart/2018/5/layout/IconCircleLabelList"/>
    <dgm:cxn modelId="{F736964E-ED2D-4199-860A-45BE7AB6F455}" type="presOf" srcId="{D4939ACB-9EC0-4F25-BA15-963F8AF2E179}" destId="{FA4D2582-E865-44F9-820E-E71F87EF584F}" srcOrd="0" destOrd="0" presId="urn:microsoft.com/office/officeart/2018/5/layout/IconCircleLabelList"/>
    <dgm:cxn modelId="{AFE24C73-F3F5-45FA-BE71-196B95BC281E}" type="presOf" srcId="{9FF3B76E-379F-4526-8577-0A2DAF561014}" destId="{94231C64-CD19-4A52-9B49-B74C5E7FA1B5}" srcOrd="0" destOrd="0" presId="urn:microsoft.com/office/officeart/2018/5/layout/IconCircleLabelList"/>
    <dgm:cxn modelId="{DBB36C7A-6DF9-4D48-8F3B-C9C15E18458C}" srcId="{D4939ACB-9EC0-4F25-BA15-963F8AF2E179}" destId="{88B8700D-8C96-4197-B11C-6CFC3328B62D}" srcOrd="1" destOrd="0" parTransId="{5CD6AFA6-C178-4C6D-8C9D-77D2DC92D954}" sibTransId="{7F17D911-3873-4B0C-9B25-00F5E07F41D9}"/>
    <dgm:cxn modelId="{FBD4C588-CA24-477B-B815-B9C7FF2A6563}" type="presOf" srcId="{CF80BFC3-FDFE-4381-8DF9-52DBB1AFD726}" destId="{E97A8445-A5AC-4C48-8F58-C4E2E9F206D7}" srcOrd="0" destOrd="0" presId="urn:microsoft.com/office/officeart/2018/5/layout/IconCircleLabelList"/>
    <dgm:cxn modelId="{5CE9BCC3-720F-433B-893A-AE831EB7B626}" type="presOf" srcId="{155EDFB4-E1A2-4B22-A0C6-8637BDAA8605}" destId="{65543A89-6950-4664-887A-E47864210970}" srcOrd="0" destOrd="0" presId="urn:microsoft.com/office/officeart/2018/5/layout/IconCircleLabelList"/>
    <dgm:cxn modelId="{C7A561E1-167E-474E-915E-807AC009CAE8}" srcId="{D4939ACB-9EC0-4F25-BA15-963F8AF2E179}" destId="{D98638DB-CB43-4407-BAC7-16BC76B3F4C7}" srcOrd="3" destOrd="0" parTransId="{905750A4-A3DA-4ED0-A0F8-53EB1D61BA3A}" sibTransId="{BE34A8AD-05FD-490A-A1A0-D7CD9D111D03}"/>
    <dgm:cxn modelId="{AEA146E3-418D-40F2-9956-1A410A111A45}" srcId="{D4939ACB-9EC0-4F25-BA15-963F8AF2E179}" destId="{9FF3B76E-379F-4526-8577-0A2DAF561014}" srcOrd="4" destOrd="0" parTransId="{AC0AD28E-375F-4DFB-87C6-E0F71DF9C961}" sibTransId="{E0E28E07-F4AE-409A-9292-E5F5DDC2ADF1}"/>
    <dgm:cxn modelId="{1326ABEF-3A6C-4D6C-98F1-2161D4EC5F64}" type="presOf" srcId="{88B8700D-8C96-4197-B11C-6CFC3328B62D}" destId="{F8F721A0-7B64-41E1-A003-4FE21CC0C46E}" srcOrd="0" destOrd="0" presId="urn:microsoft.com/office/officeart/2018/5/layout/IconCircleLabelList"/>
    <dgm:cxn modelId="{6FB02F14-E755-4CC5-8745-C9DB1448F896}" type="presParOf" srcId="{FA4D2582-E865-44F9-820E-E71F87EF584F}" destId="{E5A11D8A-F374-4136-94C0-29729C9E7E18}" srcOrd="0" destOrd="0" presId="urn:microsoft.com/office/officeart/2018/5/layout/IconCircleLabelList"/>
    <dgm:cxn modelId="{99A7578F-6A8F-4909-A2D7-C07BB7FE39AE}" type="presParOf" srcId="{E5A11D8A-F374-4136-94C0-29729C9E7E18}" destId="{3697370A-7314-4FD0-807D-236E6124170D}" srcOrd="0" destOrd="0" presId="urn:microsoft.com/office/officeart/2018/5/layout/IconCircleLabelList"/>
    <dgm:cxn modelId="{51E632ED-D08F-4DEB-B2EA-09FAA23F20E7}" type="presParOf" srcId="{E5A11D8A-F374-4136-94C0-29729C9E7E18}" destId="{A92AB1F3-3618-4231-9396-4CA9ECB28461}" srcOrd="1" destOrd="0" presId="urn:microsoft.com/office/officeart/2018/5/layout/IconCircleLabelList"/>
    <dgm:cxn modelId="{3B5075E4-D246-4135-8A8A-7B8D3EF61AA8}" type="presParOf" srcId="{E5A11D8A-F374-4136-94C0-29729C9E7E18}" destId="{47F781CC-777D-4BF5-9B3A-05814078A6A5}" srcOrd="2" destOrd="0" presId="urn:microsoft.com/office/officeart/2018/5/layout/IconCircleLabelList"/>
    <dgm:cxn modelId="{C3F45084-463A-4667-8CDB-C464BE3E6CBA}" type="presParOf" srcId="{E5A11D8A-F374-4136-94C0-29729C9E7E18}" destId="{E97A8445-A5AC-4C48-8F58-C4E2E9F206D7}" srcOrd="3" destOrd="0" presId="urn:microsoft.com/office/officeart/2018/5/layout/IconCircleLabelList"/>
    <dgm:cxn modelId="{2AA80A6B-8D12-4E1C-8A33-E80ADC7702B0}" type="presParOf" srcId="{FA4D2582-E865-44F9-820E-E71F87EF584F}" destId="{3F4C9127-12F3-4DDE-8BFC-D0D7A1943502}" srcOrd="1" destOrd="0" presId="urn:microsoft.com/office/officeart/2018/5/layout/IconCircleLabelList"/>
    <dgm:cxn modelId="{6162D83B-D57E-4E6C-8F20-3C7609F94FF6}" type="presParOf" srcId="{FA4D2582-E865-44F9-820E-E71F87EF584F}" destId="{5C1D1581-0FAB-458A-B642-AFE500E5FC38}" srcOrd="2" destOrd="0" presId="urn:microsoft.com/office/officeart/2018/5/layout/IconCircleLabelList"/>
    <dgm:cxn modelId="{B35E886E-E27C-444B-BA16-45B4B930A84A}" type="presParOf" srcId="{5C1D1581-0FAB-458A-B642-AFE500E5FC38}" destId="{50C09C61-D06C-42A6-9363-C1E931AB2127}" srcOrd="0" destOrd="0" presId="urn:microsoft.com/office/officeart/2018/5/layout/IconCircleLabelList"/>
    <dgm:cxn modelId="{55653138-ED6F-4D96-B895-4A075B032D02}" type="presParOf" srcId="{5C1D1581-0FAB-458A-B642-AFE500E5FC38}" destId="{6B45EAC4-FD3B-470B-88D0-8D55AE7D704E}" srcOrd="1" destOrd="0" presId="urn:microsoft.com/office/officeart/2018/5/layout/IconCircleLabelList"/>
    <dgm:cxn modelId="{C17E76EE-415F-4D9F-A74C-4CE916B4097F}" type="presParOf" srcId="{5C1D1581-0FAB-458A-B642-AFE500E5FC38}" destId="{6434E226-FEE5-4947-B258-7DBA4827D526}" srcOrd="2" destOrd="0" presId="urn:microsoft.com/office/officeart/2018/5/layout/IconCircleLabelList"/>
    <dgm:cxn modelId="{1440900B-482F-413A-8B37-1E68DF5EB0E0}" type="presParOf" srcId="{5C1D1581-0FAB-458A-B642-AFE500E5FC38}" destId="{F8F721A0-7B64-41E1-A003-4FE21CC0C46E}" srcOrd="3" destOrd="0" presId="urn:microsoft.com/office/officeart/2018/5/layout/IconCircleLabelList"/>
    <dgm:cxn modelId="{935883F7-48BF-4311-AD8A-6CDEF02E8AD9}" type="presParOf" srcId="{FA4D2582-E865-44F9-820E-E71F87EF584F}" destId="{A8838474-B4C8-4A12-8E39-C3F79C7810BB}" srcOrd="3" destOrd="0" presId="urn:microsoft.com/office/officeart/2018/5/layout/IconCircleLabelList"/>
    <dgm:cxn modelId="{456427B5-9B2D-4AE3-A67F-54DB8BAB6731}" type="presParOf" srcId="{FA4D2582-E865-44F9-820E-E71F87EF584F}" destId="{5FCA9BB9-0875-474D-8C3B-E0A1A4DE32D4}" srcOrd="4" destOrd="0" presId="urn:microsoft.com/office/officeart/2018/5/layout/IconCircleLabelList"/>
    <dgm:cxn modelId="{F85084CD-8B0C-402B-80A9-29C34AA91AD4}" type="presParOf" srcId="{5FCA9BB9-0875-474D-8C3B-E0A1A4DE32D4}" destId="{EAE2A75F-B50C-4D0B-ABE1-92CB394F5165}" srcOrd="0" destOrd="0" presId="urn:microsoft.com/office/officeart/2018/5/layout/IconCircleLabelList"/>
    <dgm:cxn modelId="{B1B0B7EF-148D-4900-91BB-E848680CB3F0}" type="presParOf" srcId="{5FCA9BB9-0875-474D-8C3B-E0A1A4DE32D4}" destId="{47892BF1-2E53-438F-B129-CDF4CA79A7CA}" srcOrd="1" destOrd="0" presId="urn:microsoft.com/office/officeart/2018/5/layout/IconCircleLabelList"/>
    <dgm:cxn modelId="{200D6FCF-4C0F-43EB-9AFA-0F9118146FE5}" type="presParOf" srcId="{5FCA9BB9-0875-474D-8C3B-E0A1A4DE32D4}" destId="{990ACE7E-14AC-4929-B730-178F72BEC019}" srcOrd="2" destOrd="0" presId="urn:microsoft.com/office/officeart/2018/5/layout/IconCircleLabelList"/>
    <dgm:cxn modelId="{41F68E7B-85E4-4C82-B428-7B124554AD1D}" type="presParOf" srcId="{5FCA9BB9-0875-474D-8C3B-E0A1A4DE32D4}" destId="{65543A89-6950-4664-887A-E47864210970}" srcOrd="3" destOrd="0" presId="urn:microsoft.com/office/officeart/2018/5/layout/IconCircleLabelList"/>
    <dgm:cxn modelId="{7A15CD88-5AB7-49E4-9B4C-FA6FDF2115A7}" type="presParOf" srcId="{FA4D2582-E865-44F9-820E-E71F87EF584F}" destId="{6006855A-9635-40FE-BD41-1596B79E66C5}" srcOrd="5" destOrd="0" presId="urn:microsoft.com/office/officeart/2018/5/layout/IconCircleLabelList"/>
    <dgm:cxn modelId="{CA9ABA19-CABC-413E-8769-3299F8B0104C}" type="presParOf" srcId="{FA4D2582-E865-44F9-820E-E71F87EF584F}" destId="{11F8221A-F8DE-4F4D-80E6-07265080502C}" srcOrd="6" destOrd="0" presId="urn:microsoft.com/office/officeart/2018/5/layout/IconCircleLabelList"/>
    <dgm:cxn modelId="{D84B8AC7-F30C-4209-BE1F-EAC63A832473}" type="presParOf" srcId="{11F8221A-F8DE-4F4D-80E6-07265080502C}" destId="{091D3205-324B-4600-AEE0-256BE01B8C4A}" srcOrd="0" destOrd="0" presId="urn:microsoft.com/office/officeart/2018/5/layout/IconCircleLabelList"/>
    <dgm:cxn modelId="{ADA33083-0977-4681-A491-ACCF31439CF9}" type="presParOf" srcId="{11F8221A-F8DE-4F4D-80E6-07265080502C}" destId="{795B2E36-98BD-45CC-A129-C5468848C6C7}" srcOrd="1" destOrd="0" presId="urn:microsoft.com/office/officeart/2018/5/layout/IconCircleLabelList"/>
    <dgm:cxn modelId="{CBC45016-FE8C-4785-B3AA-D40093D0B24C}" type="presParOf" srcId="{11F8221A-F8DE-4F4D-80E6-07265080502C}" destId="{38F8C8E2-8385-448A-9360-A2A76D89BF5A}" srcOrd="2" destOrd="0" presId="urn:microsoft.com/office/officeart/2018/5/layout/IconCircleLabelList"/>
    <dgm:cxn modelId="{027A107A-28F8-4084-A477-29A7A2D06F1D}" type="presParOf" srcId="{11F8221A-F8DE-4F4D-80E6-07265080502C}" destId="{22B1B7EC-F301-4170-80BB-D05AD143F6E4}" srcOrd="3" destOrd="0" presId="urn:microsoft.com/office/officeart/2018/5/layout/IconCircleLabelList"/>
    <dgm:cxn modelId="{DDDBF8CC-65AD-448A-9205-7B642AFD7FA9}" type="presParOf" srcId="{FA4D2582-E865-44F9-820E-E71F87EF584F}" destId="{6F22DAA0-C926-4A9E-B0FB-D5519EEE4429}" srcOrd="7" destOrd="0" presId="urn:microsoft.com/office/officeart/2018/5/layout/IconCircleLabelList"/>
    <dgm:cxn modelId="{D56DF915-7B1D-48B8-BB8E-48482FC4489A}" type="presParOf" srcId="{FA4D2582-E865-44F9-820E-E71F87EF584F}" destId="{EE1A5F2C-0170-443D-ADFC-3E3290708685}" srcOrd="8" destOrd="0" presId="urn:microsoft.com/office/officeart/2018/5/layout/IconCircleLabelList"/>
    <dgm:cxn modelId="{A984D4E9-4A49-4FCF-9D85-5758D29DCD2C}" type="presParOf" srcId="{EE1A5F2C-0170-443D-ADFC-3E3290708685}" destId="{6FE99382-D2B3-4BC0-89BB-CFCEF3C351AD}" srcOrd="0" destOrd="0" presId="urn:microsoft.com/office/officeart/2018/5/layout/IconCircleLabelList"/>
    <dgm:cxn modelId="{E2197DBE-CE6F-4597-9703-556292644BE8}" type="presParOf" srcId="{EE1A5F2C-0170-443D-ADFC-3E3290708685}" destId="{31198399-9C6D-459A-8031-0FD3773071AD}" srcOrd="1" destOrd="0" presId="urn:microsoft.com/office/officeart/2018/5/layout/IconCircleLabelList"/>
    <dgm:cxn modelId="{84B104B0-42FB-4454-9F7F-48DEB672424C}" type="presParOf" srcId="{EE1A5F2C-0170-443D-ADFC-3E3290708685}" destId="{2B9D7EE9-68BB-4F65-B03D-85BF9F6816C1}" srcOrd="2" destOrd="0" presId="urn:microsoft.com/office/officeart/2018/5/layout/IconCircleLabelList"/>
    <dgm:cxn modelId="{7777844A-4798-4A48-873A-0D24765A8F1B}" type="presParOf" srcId="{EE1A5F2C-0170-443D-ADFC-3E3290708685}" destId="{94231C64-CD19-4A52-9B49-B74C5E7FA1B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99713-9558-481B-A38D-4A473CC027D5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24CF4-688C-4F35-8562-C1C7619C3E78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Python app generating synthetic patient data based on prompts</a:t>
          </a:r>
        </a:p>
      </dsp:txBody>
      <dsp:txXfrm>
        <a:off x="78583" y="2435142"/>
        <a:ext cx="2399612" cy="720000"/>
      </dsp:txXfrm>
    </dsp:sp>
    <dsp:sp modelId="{CD3BF99F-B43D-4029-8E3B-BD61E8D092B7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9684A-CA7D-4758-8768-633961ACCF1B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AI RAG pipeline for contextual generation</a:t>
          </a:r>
        </a:p>
      </dsp:txBody>
      <dsp:txXfrm>
        <a:off x="2898129" y="2435142"/>
        <a:ext cx="2399612" cy="720000"/>
      </dsp:txXfrm>
    </dsp:sp>
    <dsp:sp modelId="{881D2537-6444-4A66-BE64-EB5E6A217055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F074A-2FCA-4F76-9C61-811BACDD6A3E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Simple browser interface for interaction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7370A-7314-4FD0-807D-236E6124170D}">
      <dsp:nvSpPr>
        <dsp:cNvPr id="0" name=""/>
        <dsp:cNvSpPr/>
      </dsp:nvSpPr>
      <dsp:spPr>
        <a:xfrm>
          <a:off x="6015782" y="53375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2AB1F3-3618-4231-9396-4CA9ECB28461}">
      <dsp:nvSpPr>
        <dsp:cNvPr id="0" name=""/>
        <dsp:cNvSpPr/>
      </dsp:nvSpPr>
      <dsp:spPr>
        <a:xfrm>
          <a:off x="6237389" y="259036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A8445-A5AC-4C48-8F58-C4E2E9F206D7}">
      <dsp:nvSpPr>
        <dsp:cNvPr id="0" name=""/>
        <dsp:cNvSpPr/>
      </dsp:nvSpPr>
      <dsp:spPr>
        <a:xfrm>
          <a:off x="5707272" y="1318998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AI reasoning: rag_agent.py</a:t>
          </a:r>
        </a:p>
      </dsp:txBody>
      <dsp:txXfrm>
        <a:off x="5707272" y="1318998"/>
        <a:ext cx="1582031" cy="632812"/>
      </dsp:txXfrm>
    </dsp:sp>
    <dsp:sp modelId="{50C09C61-D06C-42A6-9363-C1E931AB2127}">
      <dsp:nvSpPr>
        <dsp:cNvPr id="0" name=""/>
        <dsp:cNvSpPr/>
      </dsp:nvSpPr>
      <dsp:spPr>
        <a:xfrm>
          <a:off x="3509980" y="32425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5EAC4-FD3B-470B-88D0-8D55AE7D704E}">
      <dsp:nvSpPr>
        <dsp:cNvPr id="0" name=""/>
        <dsp:cNvSpPr/>
      </dsp:nvSpPr>
      <dsp:spPr>
        <a:xfrm>
          <a:off x="3715669" y="529978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721A0-7B64-41E1-A003-4FE21CC0C46E}">
      <dsp:nvSpPr>
        <dsp:cNvPr id="0" name=""/>
        <dsp:cNvSpPr/>
      </dsp:nvSpPr>
      <dsp:spPr>
        <a:xfrm>
          <a:off x="3201540" y="158993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Retrieval: vector_store.py</a:t>
          </a:r>
        </a:p>
      </dsp:txBody>
      <dsp:txXfrm>
        <a:off x="3201540" y="1589931"/>
        <a:ext cx="1582031" cy="632812"/>
      </dsp:txXfrm>
    </dsp:sp>
    <dsp:sp modelId="{EAE2A75F-B50C-4D0B-ABE1-92CB394F5165}">
      <dsp:nvSpPr>
        <dsp:cNvPr id="0" name=""/>
        <dsp:cNvSpPr/>
      </dsp:nvSpPr>
      <dsp:spPr>
        <a:xfrm>
          <a:off x="811625" y="0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892BF1-2E53-438F-B129-CDF4CA79A7CA}">
      <dsp:nvSpPr>
        <dsp:cNvPr id="0" name=""/>
        <dsp:cNvSpPr/>
      </dsp:nvSpPr>
      <dsp:spPr>
        <a:xfrm>
          <a:off x="1017282" y="205670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43A89-6950-4664-887A-E47864210970}">
      <dsp:nvSpPr>
        <dsp:cNvPr id="0" name=""/>
        <dsp:cNvSpPr/>
      </dsp:nvSpPr>
      <dsp:spPr>
        <a:xfrm>
          <a:off x="503133" y="1265627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Data preparation: data_prep.py</a:t>
          </a:r>
        </a:p>
      </dsp:txBody>
      <dsp:txXfrm>
        <a:off x="503133" y="1265627"/>
        <a:ext cx="1582031" cy="632812"/>
      </dsp:txXfrm>
    </dsp:sp>
    <dsp:sp modelId="{091D3205-324B-4600-AEE0-256BE01B8C4A}">
      <dsp:nvSpPr>
        <dsp:cNvPr id="0" name=""/>
        <dsp:cNvSpPr/>
      </dsp:nvSpPr>
      <dsp:spPr>
        <a:xfrm>
          <a:off x="4978981" y="2015087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B2E36-98BD-45CC-A129-C5468848C6C7}">
      <dsp:nvSpPr>
        <dsp:cNvPr id="0" name=""/>
        <dsp:cNvSpPr/>
      </dsp:nvSpPr>
      <dsp:spPr>
        <a:xfrm>
          <a:off x="5184645" y="2220746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1B7EC-F301-4170-80BB-D05AD143F6E4}">
      <dsp:nvSpPr>
        <dsp:cNvPr id="0" name=""/>
        <dsp:cNvSpPr/>
      </dsp:nvSpPr>
      <dsp:spPr>
        <a:xfrm>
          <a:off x="4670488" y="3280704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Web UI: web.py</a:t>
          </a:r>
        </a:p>
      </dsp:txBody>
      <dsp:txXfrm>
        <a:off x="4670488" y="3280704"/>
        <a:ext cx="1582031" cy="632812"/>
      </dsp:txXfrm>
    </dsp:sp>
    <dsp:sp modelId="{6FE99382-D2B3-4BC0-89BB-CFCEF3C351AD}">
      <dsp:nvSpPr>
        <dsp:cNvPr id="0" name=""/>
        <dsp:cNvSpPr/>
      </dsp:nvSpPr>
      <dsp:spPr>
        <a:xfrm>
          <a:off x="1924841" y="2108087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198399-9C6D-459A-8031-0FD3773071AD}">
      <dsp:nvSpPr>
        <dsp:cNvPr id="0" name=""/>
        <dsp:cNvSpPr/>
      </dsp:nvSpPr>
      <dsp:spPr>
        <a:xfrm>
          <a:off x="2130500" y="2313751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31C64-CD19-4A52-9B49-B74C5E7FA1B5}">
      <dsp:nvSpPr>
        <dsp:cNvPr id="0" name=""/>
        <dsp:cNvSpPr/>
      </dsp:nvSpPr>
      <dsp:spPr>
        <a:xfrm>
          <a:off x="1616345" y="3373709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Main entry: main.py</a:t>
          </a:r>
        </a:p>
      </dsp:txBody>
      <dsp:txXfrm>
        <a:off x="1616345" y="3373709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169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and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why synthetic data helps learning without privacy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05F5-3DF4-B184-9C76-81F08A2B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692B1-2C84-992F-B3B9-22D7192A6A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C5FA3-2169-1B3A-38F9-D21E8237C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why synthetic data helps learning without privacy issues.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AD659-899A-3EC7-6779-C02369C74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2358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files and explain what each one contributes.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what the team struggled with and how they resolved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2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.png"/><Relationship Id="rId4" Type="http://schemas.openxmlformats.org/officeDocument/2006/relationships/notesSlide" Target="../notesSlides/notesSlide4.xml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AU" sz="4200" dirty="0">
                <a:solidFill>
                  <a:srgbClr val="FFFFFF"/>
                </a:solidFill>
                <a:latin typeface="Calibri"/>
              </a:rPr>
              <a:t>AI-Powered Synthetic Medical Data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AU" sz="1500" b="1">
                <a:latin typeface="Calibri"/>
              </a:rPr>
              <a:t>Final Project Presentation</a:t>
            </a:r>
          </a:p>
          <a:p>
            <a:pPr algn="l">
              <a:lnSpc>
                <a:spcPct val="90000"/>
              </a:lnSpc>
            </a:pPr>
            <a:r>
              <a:rPr lang="en-AU" sz="1500">
                <a:latin typeface="Calibri"/>
              </a:rPr>
              <a:t>Daimond Hidris</a:t>
            </a:r>
          </a:p>
          <a:p>
            <a:pPr algn="l">
              <a:lnSpc>
                <a:spcPct val="90000"/>
              </a:lnSpc>
            </a:pPr>
            <a:r>
              <a:rPr lang="en-AU" sz="1500">
                <a:latin typeface="Calibri"/>
              </a:rPr>
              <a:t>Denise Lai</a:t>
            </a:r>
          </a:p>
          <a:p>
            <a:pPr algn="l">
              <a:lnSpc>
                <a:spcPct val="90000"/>
              </a:lnSpc>
            </a:pPr>
            <a:r>
              <a:rPr lang="en-AU" sz="1500">
                <a:latin typeface="Calibri"/>
              </a:rPr>
              <a:t>John Hart</a:t>
            </a:r>
          </a:p>
          <a:p>
            <a:pPr algn="l">
              <a:lnSpc>
                <a:spcPct val="90000"/>
              </a:lnSpc>
            </a:pPr>
            <a:r>
              <a:rPr lang="en-AU" sz="1500">
                <a:latin typeface="Calibri"/>
              </a:rPr>
              <a:t>Jolyon Smith</a:t>
            </a:r>
          </a:p>
        </p:txBody>
      </p:sp>
      <p:pic>
        <p:nvPicPr>
          <p:cNvPr id="5" name="slide_1_narration">
            <a:hlinkClick r:id="" action="ppaction://media"/>
            <a:extLst>
              <a:ext uri="{FF2B5EF4-FFF2-40B4-BE49-F238E27FC236}">
                <a16:creationId xmlns:a16="http://schemas.microsoft.com/office/drawing/2014/main" id="{85D83C12-FE83-EF42-0C02-B5E8A8C004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7116" y="150627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7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AU" sz="350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A546AFA-2DE6-A968-4392-85693662AE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38159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6" name="slide_2_narration">
            <a:hlinkClick r:id="" action="ppaction://media"/>
            <a:extLst>
              <a:ext uri="{FF2B5EF4-FFF2-40B4-BE49-F238E27FC236}">
                <a16:creationId xmlns:a16="http://schemas.microsoft.com/office/drawing/2014/main" id="{16768503-ED61-B58C-497A-423514BFDE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561715" y="134679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5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1988A-91DB-F0C7-B2BE-FC1F8BB2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81B1944-71BA-923C-9CFF-C0DC96B8A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2A203-820A-FE62-8961-1FD7B60EB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924FE6-B321-E5B4-EFED-999FC5C6B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B00AEE-C828-A897-A35E-9A9C68ACF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0BEC3-D7BB-5D89-8CAB-1E53E829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AU" sz="3500" dirty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pic>
        <p:nvPicPr>
          <p:cNvPr id="12" name="slide_3_narration">
            <a:hlinkClick r:id="" action="ppaction://media"/>
            <a:extLst>
              <a:ext uri="{FF2B5EF4-FFF2-40B4-BE49-F238E27FC236}">
                <a16:creationId xmlns:a16="http://schemas.microsoft.com/office/drawing/2014/main" id="{DDD081CE-DE1A-427A-110A-80DD7E5B4451}"/>
              </a:ext>
            </a:extLst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08828" y="175288"/>
            <a:ext cx="304800" cy="304800"/>
          </a:xfr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2987C7B-3656-653E-B0C1-C8C54FFB2C36}"/>
              </a:ext>
            </a:extLst>
          </p:cNvPr>
          <p:cNvSpPr/>
          <p:nvPr/>
        </p:nvSpPr>
        <p:spPr>
          <a:xfrm>
            <a:off x="5396024" y="1724396"/>
            <a:ext cx="3439633" cy="4805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ounded Rectangle 2"/>
          <p:cNvSpPr/>
          <p:nvPr/>
        </p:nvSpPr>
        <p:spPr>
          <a:xfrm>
            <a:off x="409357" y="1924820"/>
            <a:ext cx="411480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0070C0"/>
                </a:solidFill>
                <a:latin typeface="Calibri"/>
              </a:rPr>
              <a:t>Web UI (Input)</a:t>
            </a:r>
          </a:p>
        </p:txBody>
      </p:sp>
      <p:sp>
        <p:nvSpPr>
          <p:cNvPr id="6" name="Rounded Rectangle 3"/>
          <p:cNvSpPr/>
          <p:nvPr/>
        </p:nvSpPr>
        <p:spPr>
          <a:xfrm>
            <a:off x="409357" y="3742241"/>
            <a:ext cx="411480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dirty="0">
                <a:solidFill>
                  <a:srgbClr val="0070C0"/>
                </a:solidFill>
                <a:latin typeface="Calibri"/>
              </a:rPr>
              <a:t>AI Agent (RAG Processing)</a:t>
            </a:r>
          </a:p>
        </p:txBody>
      </p:sp>
      <p:sp>
        <p:nvSpPr>
          <p:cNvPr id="7" name="Rounded Rectangle 4"/>
          <p:cNvSpPr/>
          <p:nvPr/>
        </p:nvSpPr>
        <p:spPr>
          <a:xfrm>
            <a:off x="5932973" y="3664838"/>
            <a:ext cx="258371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dirty="0">
                <a:solidFill>
                  <a:srgbClr val="0070C0"/>
                </a:solidFill>
                <a:latin typeface="Calibri"/>
              </a:rPr>
              <a:t>Vector Store (Retrieval)</a:t>
            </a:r>
          </a:p>
        </p:txBody>
      </p:sp>
      <p:sp>
        <p:nvSpPr>
          <p:cNvPr id="8" name="Rounded Rectangle 5"/>
          <p:cNvSpPr/>
          <p:nvPr/>
        </p:nvSpPr>
        <p:spPr>
          <a:xfrm>
            <a:off x="409357" y="5556575"/>
            <a:ext cx="411480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dirty="0">
                <a:solidFill>
                  <a:srgbClr val="0070C0"/>
                </a:solidFill>
                <a:latin typeface="Calibri"/>
              </a:rPr>
              <a:t>Synthetic Data Generator (Output)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69A9378A-0D0D-DBCD-CC3E-CDC3B86CC11C}"/>
              </a:ext>
            </a:extLst>
          </p:cNvPr>
          <p:cNvSpPr/>
          <p:nvPr/>
        </p:nvSpPr>
        <p:spPr>
          <a:xfrm>
            <a:off x="5932973" y="5165838"/>
            <a:ext cx="2626238" cy="95735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0070C0"/>
                </a:solidFill>
                <a:latin typeface="Calibri"/>
              </a:rPr>
              <a:t>Web Tools</a:t>
            </a:r>
            <a:endParaRPr sz="2400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A45D72B-CB43-C816-43FF-B01148A03E74}"/>
              </a:ext>
            </a:extLst>
          </p:cNvPr>
          <p:cNvSpPr/>
          <p:nvPr/>
        </p:nvSpPr>
        <p:spPr>
          <a:xfrm>
            <a:off x="2278027" y="2839220"/>
            <a:ext cx="632635" cy="9144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EBD785D-6775-85E3-3D6D-B54A37D5BE08}"/>
              </a:ext>
            </a:extLst>
          </p:cNvPr>
          <p:cNvSpPr/>
          <p:nvPr/>
        </p:nvSpPr>
        <p:spPr>
          <a:xfrm>
            <a:off x="2278026" y="4645262"/>
            <a:ext cx="632635" cy="9144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92DA6C8E-EE95-31DD-755E-D8197D30BEED}"/>
              </a:ext>
            </a:extLst>
          </p:cNvPr>
          <p:cNvSpPr/>
          <p:nvPr/>
        </p:nvSpPr>
        <p:spPr>
          <a:xfrm>
            <a:off x="4524157" y="3977911"/>
            <a:ext cx="871867" cy="443060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DA838A5B-8C53-25E7-9C77-9B0B67FF7481}"/>
              </a:ext>
            </a:extLst>
          </p:cNvPr>
          <p:cNvSpPr/>
          <p:nvPr/>
        </p:nvSpPr>
        <p:spPr>
          <a:xfrm>
            <a:off x="5823985" y="1908236"/>
            <a:ext cx="258371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0070C0"/>
                </a:solidFill>
                <a:latin typeface="Calibri"/>
              </a:rPr>
              <a:t>System Prompt</a:t>
            </a:r>
            <a:endParaRPr sz="2400" dirty="0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808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71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AU" sz="3500">
                <a:solidFill>
                  <a:srgbClr val="FFFFFF"/>
                </a:solidFill>
                <a:latin typeface="Calibri"/>
              </a:rPr>
              <a:t>Technical Components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355D8E2-DD61-DCE3-B0E5-84121AF5F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6309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4" name="slide_4_narration">
            <a:hlinkClick r:id="" action="ppaction://media"/>
            <a:extLst>
              <a:ext uri="{FF2B5EF4-FFF2-40B4-BE49-F238E27FC236}">
                <a16:creationId xmlns:a16="http://schemas.microsoft.com/office/drawing/2014/main" id="{409273C8-92F2-DAEF-4655-9B7A27363D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567031" y="196465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0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AU" sz="3500">
                <a:solidFill>
                  <a:srgbClr val="FFFFFF"/>
                </a:solidFill>
                <a:latin typeface="Calibri"/>
              </a:rPr>
              <a:t>Challenges and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486" y="2148076"/>
            <a:ext cx="7628407" cy="3683358"/>
          </a:xfrm>
        </p:spPr>
        <p:txBody>
          <a:bodyPr anchor="ctr">
            <a:noAutofit/>
          </a:bodyPr>
          <a:lstStyle/>
          <a:p>
            <a:r>
              <a:rPr lang="en-AU" sz="2400" dirty="0">
                <a:latin typeface="+mj-lt"/>
              </a:rPr>
              <a:t>Learned Data Preparation. </a:t>
            </a:r>
          </a:p>
          <a:p>
            <a:r>
              <a:rPr lang="en-AU" sz="2400" dirty="0">
                <a:latin typeface="+mj-lt"/>
              </a:rPr>
              <a:t>Learning how RAG models work.</a:t>
            </a:r>
          </a:p>
          <a:p>
            <a:r>
              <a:rPr lang="en-AU" sz="2400" dirty="0">
                <a:latin typeface="+mj-lt"/>
              </a:rPr>
              <a:t>Learned how to build AI Agent tools.</a:t>
            </a:r>
          </a:p>
          <a:p>
            <a:r>
              <a:rPr lang="en-AU" sz="2400" dirty="0">
                <a:latin typeface="+mj-lt"/>
              </a:rPr>
              <a:t>Managing token limits when uploading the context data.</a:t>
            </a:r>
          </a:p>
          <a:p>
            <a:r>
              <a:rPr lang="en-AU" sz="2400" dirty="0">
                <a:latin typeface="+mj-lt"/>
              </a:rPr>
              <a:t>Managing embeddings and vector storage.</a:t>
            </a:r>
          </a:p>
          <a:p>
            <a:r>
              <a:rPr lang="en-AU" sz="2400" dirty="0">
                <a:latin typeface="+mj-lt"/>
              </a:rPr>
              <a:t>Designing prompts for medical accuracy.</a:t>
            </a:r>
          </a:p>
          <a:p>
            <a:r>
              <a:rPr lang="en-AU" sz="2400" dirty="0">
                <a:latin typeface="+mj-lt"/>
              </a:rPr>
              <a:t>Building a simple functional UI.</a:t>
            </a:r>
          </a:p>
          <a:p>
            <a:r>
              <a:rPr lang="en-AU" sz="2400" dirty="0">
                <a:latin typeface="+mj-lt"/>
              </a:rPr>
              <a:t>Learned how Copilot can be used to help us.</a:t>
            </a:r>
          </a:p>
        </p:txBody>
      </p:sp>
      <p:pic>
        <p:nvPicPr>
          <p:cNvPr id="4" name="slide_5_narration">
            <a:hlinkClick r:id="" action="ppaction://media"/>
            <a:extLst>
              <a:ext uri="{FF2B5EF4-FFF2-40B4-BE49-F238E27FC236}">
                <a16:creationId xmlns:a16="http://schemas.microsoft.com/office/drawing/2014/main" id="{7D6FB328-4CD1-FB18-1030-5786A3D35E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44929" y="142138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8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1DE98-F68E-FC03-B7BF-6995C83C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Demonstration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5A490-3BAB-81A7-61D1-DDBBF4103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24168" y="2036598"/>
            <a:ext cx="8495662" cy="4311550"/>
          </a:xfrm>
          <a:prstGeom prst="rect">
            <a:avLst/>
          </a:prstGeom>
        </p:spPr>
      </p:pic>
      <p:pic>
        <p:nvPicPr>
          <p:cNvPr id="6" name="slide_6_narration">
            <a:hlinkClick r:id="" action="ppaction://media"/>
            <a:extLst>
              <a:ext uri="{FF2B5EF4-FFF2-40B4-BE49-F238E27FC236}">
                <a16:creationId xmlns:a16="http://schemas.microsoft.com/office/drawing/2014/main" id="{F7720DE5-956B-AEC1-D45B-9EB038BE25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19216" y="205052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8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211</Words>
  <Application>Microsoft Office PowerPoint</Application>
  <PresentationFormat>On-screen Show (4:3)</PresentationFormat>
  <Paragraphs>38</Paragraphs>
  <Slides>6</Slides>
  <Notes>5</Notes>
  <HiddenSlides>0</HiddenSlides>
  <MMClips>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AI-Powered Synthetic Medical Data Generator</vt:lpstr>
      <vt:lpstr>Project Overview</vt:lpstr>
      <vt:lpstr>System Architecture</vt:lpstr>
      <vt:lpstr>Technical Components</vt:lpstr>
      <vt:lpstr>Challenges and Lessons Learned</vt:lpstr>
      <vt:lpstr>Demonstration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Daimond Hidris</cp:lastModifiedBy>
  <cp:revision>6</cp:revision>
  <dcterms:created xsi:type="dcterms:W3CDTF">2013-01-27T09:14:16Z</dcterms:created>
  <dcterms:modified xsi:type="dcterms:W3CDTF">2025-12-01T05:44:19Z</dcterms:modified>
  <cp:category/>
</cp:coreProperties>
</file>